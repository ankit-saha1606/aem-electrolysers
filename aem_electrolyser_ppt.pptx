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25"/>
  </p:notesMasterIdLst>
  <p:sldIdLst>
    <p:sldId id="259" r:id="rId2"/>
    <p:sldId id="275" r:id="rId3"/>
    <p:sldId id="286" r:id="rId4"/>
    <p:sldId id="277" r:id="rId5"/>
    <p:sldId id="278" r:id="rId6"/>
    <p:sldId id="260" r:id="rId7"/>
    <p:sldId id="261" r:id="rId8"/>
    <p:sldId id="262" r:id="rId9"/>
    <p:sldId id="269" r:id="rId10"/>
    <p:sldId id="268" r:id="rId11"/>
    <p:sldId id="274" r:id="rId12"/>
    <p:sldId id="276" r:id="rId13"/>
    <p:sldId id="267" r:id="rId14"/>
    <p:sldId id="266" r:id="rId15"/>
    <p:sldId id="265" r:id="rId16"/>
    <p:sldId id="279" r:id="rId17"/>
    <p:sldId id="280" r:id="rId18"/>
    <p:sldId id="281" r:id="rId19"/>
    <p:sldId id="282" r:id="rId20"/>
    <p:sldId id="283" r:id="rId21"/>
    <p:sldId id="264" r:id="rId22"/>
    <p:sldId id="284" r:id="rId23"/>
    <p:sldId id="28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C60C01-D1F3-4652-881A-926A47588A34}" v="169" dt="2025-09-11T14:13:22.4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it Saha" userId="253359d4d80dfff5" providerId="LiveId" clId="{BFEA931F-4DC7-4DDD-A49D-25D6D6A414A8}"/>
    <pc:docChg chg="undo custSel addSld modSld sldOrd">
      <pc:chgData name="Ankit Saha" userId="253359d4d80dfff5" providerId="LiveId" clId="{BFEA931F-4DC7-4DDD-A49D-25D6D6A414A8}" dt="2025-09-11T14:13:28.268" v="1570" actId="27636"/>
      <pc:docMkLst>
        <pc:docMk/>
      </pc:docMkLst>
      <pc:sldChg chg="addSp delSp modSp mod">
        <pc:chgData name="Ankit Saha" userId="253359d4d80dfff5" providerId="LiveId" clId="{BFEA931F-4DC7-4DDD-A49D-25D6D6A414A8}" dt="2025-09-11T13:46:14.382" v="966" actId="1076"/>
        <pc:sldMkLst>
          <pc:docMk/>
          <pc:sldMk cId="1306944058" sldId="259"/>
        </pc:sldMkLst>
        <pc:spChg chg="mod">
          <ac:chgData name="Ankit Saha" userId="253359d4d80dfff5" providerId="LiveId" clId="{BFEA931F-4DC7-4DDD-A49D-25D6D6A414A8}" dt="2025-09-11T13:46:06.873" v="964" actId="14100"/>
          <ac:spMkLst>
            <pc:docMk/>
            <pc:sldMk cId="1306944058" sldId="259"/>
            <ac:spMk id="3" creationId="{62906939-5552-A6C6-2A6A-E7030A8A4D5B}"/>
          </ac:spMkLst>
        </pc:spChg>
        <pc:picChg chg="add del mod">
          <ac:chgData name="Ankit Saha" userId="253359d4d80dfff5" providerId="LiveId" clId="{BFEA931F-4DC7-4DDD-A49D-25D6D6A414A8}" dt="2025-09-11T13:37:52.375" v="956" actId="21"/>
          <ac:picMkLst>
            <pc:docMk/>
            <pc:sldMk cId="1306944058" sldId="259"/>
            <ac:picMk id="8" creationId="{886DD18D-91F8-2CCD-94BF-5E87C7E1B860}"/>
          </ac:picMkLst>
        </pc:picChg>
        <pc:picChg chg="add mod">
          <ac:chgData name="Ankit Saha" userId="253359d4d80dfff5" providerId="LiveId" clId="{BFEA931F-4DC7-4DDD-A49D-25D6D6A414A8}" dt="2025-09-11T13:46:14.382" v="966" actId="1076"/>
          <ac:picMkLst>
            <pc:docMk/>
            <pc:sldMk cId="1306944058" sldId="259"/>
            <ac:picMk id="9" creationId="{7F71A84C-C3BD-6E72-B912-349078FACC5E}"/>
          </ac:picMkLst>
        </pc:picChg>
      </pc:sldChg>
      <pc:sldChg chg="addSp delSp modSp mod">
        <pc:chgData name="Ankit Saha" userId="253359d4d80dfff5" providerId="LiveId" clId="{BFEA931F-4DC7-4DDD-A49D-25D6D6A414A8}" dt="2025-09-11T13:08:15.661" v="634"/>
        <pc:sldMkLst>
          <pc:docMk/>
          <pc:sldMk cId="2075710058" sldId="263"/>
        </pc:sldMkLst>
        <pc:spChg chg="mod">
          <ac:chgData name="Ankit Saha" userId="253359d4d80dfff5" providerId="LiveId" clId="{BFEA931F-4DC7-4DDD-A49D-25D6D6A414A8}" dt="2025-09-11T13:03:43.215" v="568" actId="20577"/>
          <ac:spMkLst>
            <pc:docMk/>
            <pc:sldMk cId="2075710058" sldId="263"/>
            <ac:spMk id="2" creationId="{1D5C4513-E759-F410-4271-8EBBE936B260}"/>
          </ac:spMkLst>
        </pc:spChg>
        <pc:spChg chg="mod">
          <ac:chgData name="Ankit Saha" userId="253359d4d80dfff5" providerId="LiveId" clId="{BFEA931F-4DC7-4DDD-A49D-25D6D6A414A8}" dt="2025-09-11T13:08:15.661" v="634"/>
          <ac:spMkLst>
            <pc:docMk/>
            <pc:sldMk cId="2075710058" sldId="263"/>
            <ac:spMk id="3" creationId="{F7BFAC8E-493F-D5CB-CAB9-8E48AC5F5A0E}"/>
          </ac:spMkLst>
        </pc:spChg>
        <pc:spChg chg="mod">
          <ac:chgData name="Ankit Saha" userId="253359d4d80dfff5" providerId="LiveId" clId="{BFEA931F-4DC7-4DDD-A49D-25D6D6A414A8}" dt="2025-09-11T12:14:12.958" v="523" actId="20577"/>
          <ac:spMkLst>
            <pc:docMk/>
            <pc:sldMk cId="2075710058" sldId="263"/>
            <ac:spMk id="19" creationId="{ED48D680-D164-6AE8-1A81-D660F4298FA3}"/>
          </ac:spMkLst>
        </pc:spChg>
        <pc:picChg chg="add del mod">
          <ac:chgData name="Ankit Saha" userId="253359d4d80dfff5" providerId="LiveId" clId="{BFEA931F-4DC7-4DDD-A49D-25D6D6A414A8}" dt="2025-09-11T13:04:44.111" v="574" actId="21"/>
          <ac:picMkLst>
            <pc:docMk/>
            <pc:sldMk cId="2075710058" sldId="263"/>
            <ac:picMk id="7" creationId="{ADACDB12-C7EE-C79F-F610-EBFBEEC31F7C}"/>
          </ac:picMkLst>
        </pc:picChg>
        <pc:picChg chg="add mod">
          <ac:chgData name="Ankit Saha" userId="253359d4d80dfff5" providerId="LiveId" clId="{BFEA931F-4DC7-4DDD-A49D-25D6D6A414A8}" dt="2025-09-11T13:04:49.607" v="576" actId="14100"/>
          <ac:picMkLst>
            <pc:docMk/>
            <pc:sldMk cId="2075710058" sldId="263"/>
            <ac:picMk id="9" creationId="{45675B9D-2B20-BC33-A1F0-51496C9DF1F6}"/>
          </ac:picMkLst>
        </pc:picChg>
      </pc:sldChg>
      <pc:sldChg chg="addSp delSp modSp mod">
        <pc:chgData name="Ankit Saha" userId="253359d4d80dfff5" providerId="LiveId" clId="{BFEA931F-4DC7-4DDD-A49D-25D6D6A414A8}" dt="2025-09-11T12:13:56.483" v="522" actId="20577"/>
        <pc:sldMkLst>
          <pc:docMk/>
          <pc:sldMk cId="885546227" sldId="264"/>
        </pc:sldMkLst>
        <pc:spChg chg="mod">
          <ac:chgData name="Ankit Saha" userId="253359d4d80dfff5" providerId="LiveId" clId="{BFEA931F-4DC7-4DDD-A49D-25D6D6A414A8}" dt="2025-09-11T12:00:56.647" v="445" actId="20577"/>
          <ac:spMkLst>
            <pc:docMk/>
            <pc:sldMk cId="885546227" sldId="264"/>
            <ac:spMk id="2" creationId="{341B9F03-D5FD-226C-D530-0CAB4BBDF122}"/>
          </ac:spMkLst>
        </pc:spChg>
        <pc:spChg chg="mod">
          <ac:chgData name="Ankit Saha" userId="253359d4d80dfff5" providerId="LiveId" clId="{BFEA931F-4DC7-4DDD-A49D-25D6D6A414A8}" dt="2025-09-11T12:13:56.483" v="522" actId="20577"/>
          <ac:spMkLst>
            <pc:docMk/>
            <pc:sldMk cId="885546227" sldId="264"/>
            <ac:spMk id="3" creationId="{FA6D2840-083E-068D-8EBD-8C4F08762968}"/>
          </ac:spMkLst>
        </pc:spChg>
        <pc:spChg chg="add del mod">
          <ac:chgData name="Ankit Saha" userId="253359d4d80dfff5" providerId="LiveId" clId="{BFEA931F-4DC7-4DDD-A49D-25D6D6A414A8}" dt="2025-09-11T11:52:11.511" v="359" actId="20577"/>
          <ac:spMkLst>
            <pc:docMk/>
            <pc:sldMk cId="885546227" sldId="264"/>
            <ac:spMk id="19" creationId="{1F8316A0-7CC2-64E2-C58F-6E4D1E771087}"/>
          </ac:spMkLst>
        </pc:spChg>
        <pc:picChg chg="add mod">
          <ac:chgData name="Ankit Saha" userId="253359d4d80dfff5" providerId="LiveId" clId="{BFEA931F-4DC7-4DDD-A49D-25D6D6A414A8}" dt="2025-09-11T12:01:10.442" v="448" actId="1076"/>
          <ac:picMkLst>
            <pc:docMk/>
            <pc:sldMk cId="885546227" sldId="264"/>
            <ac:picMk id="7" creationId="{675C8B0D-6278-89EC-D46F-957BD94F8092}"/>
          </ac:picMkLst>
        </pc:picChg>
      </pc:sldChg>
      <pc:sldChg chg="addSp delSp modSp mod">
        <pc:chgData name="Ankit Saha" userId="253359d4d80dfff5" providerId="LiveId" clId="{BFEA931F-4DC7-4DDD-A49D-25D6D6A414A8}" dt="2025-09-11T12:10:40.230" v="476" actId="120"/>
        <pc:sldMkLst>
          <pc:docMk/>
          <pc:sldMk cId="131506616" sldId="265"/>
        </pc:sldMkLst>
        <pc:spChg chg="mod">
          <ac:chgData name="Ankit Saha" userId="253359d4d80dfff5" providerId="LiveId" clId="{BFEA931F-4DC7-4DDD-A49D-25D6D6A414A8}" dt="2025-09-11T11:51:08.343" v="344" actId="20577"/>
          <ac:spMkLst>
            <pc:docMk/>
            <pc:sldMk cId="131506616" sldId="265"/>
            <ac:spMk id="2" creationId="{3CFC9D40-B021-FF97-396F-DC8D41437DD6}"/>
          </ac:spMkLst>
        </pc:spChg>
        <pc:spChg chg="mod">
          <ac:chgData name="Ankit Saha" userId="253359d4d80dfff5" providerId="LiveId" clId="{BFEA931F-4DC7-4DDD-A49D-25D6D6A414A8}" dt="2025-09-11T12:10:40.230" v="476" actId="120"/>
          <ac:spMkLst>
            <pc:docMk/>
            <pc:sldMk cId="131506616" sldId="265"/>
            <ac:spMk id="3" creationId="{8C02F869-B66E-8645-7C93-7E16508F5323}"/>
          </ac:spMkLst>
        </pc:spChg>
        <pc:spChg chg="mod">
          <ac:chgData name="Ankit Saha" userId="253359d4d80dfff5" providerId="LiveId" clId="{BFEA931F-4DC7-4DDD-A49D-25D6D6A414A8}" dt="2025-09-11T11:51:58.369" v="354" actId="20577"/>
          <ac:spMkLst>
            <pc:docMk/>
            <pc:sldMk cId="131506616" sldId="265"/>
            <ac:spMk id="19" creationId="{672BD6B1-C7E3-DCFC-EDF4-437C1D7BEF7A}"/>
          </ac:spMkLst>
        </pc:spChg>
        <pc:picChg chg="add del mod">
          <ac:chgData name="Ankit Saha" userId="253359d4d80dfff5" providerId="LiveId" clId="{BFEA931F-4DC7-4DDD-A49D-25D6D6A414A8}" dt="2025-09-11T12:08:35.963" v="455" actId="21"/>
          <ac:picMkLst>
            <pc:docMk/>
            <pc:sldMk cId="131506616" sldId="265"/>
            <ac:picMk id="7" creationId="{311BA4BF-EA86-0A9D-BA7C-F7A05698D541}"/>
          </ac:picMkLst>
        </pc:picChg>
        <pc:picChg chg="add del mod">
          <ac:chgData name="Ankit Saha" userId="253359d4d80dfff5" providerId="LiveId" clId="{BFEA931F-4DC7-4DDD-A49D-25D6D6A414A8}" dt="2025-09-11T12:09:01.555" v="459" actId="21"/>
          <ac:picMkLst>
            <pc:docMk/>
            <pc:sldMk cId="131506616" sldId="265"/>
            <ac:picMk id="9" creationId="{F4ECDE60-4393-52C6-2B92-E541F921DD0D}"/>
          </ac:picMkLst>
        </pc:picChg>
        <pc:picChg chg="add mod">
          <ac:chgData name="Ankit Saha" userId="253359d4d80dfff5" providerId="LiveId" clId="{BFEA931F-4DC7-4DDD-A49D-25D6D6A414A8}" dt="2025-09-11T12:09:19.548" v="461" actId="1076"/>
          <ac:picMkLst>
            <pc:docMk/>
            <pc:sldMk cId="131506616" sldId="265"/>
            <ac:picMk id="11" creationId="{10CB8AD6-168A-A6E0-0D59-93F2B7F05A0D}"/>
          </ac:picMkLst>
        </pc:picChg>
      </pc:sldChg>
      <pc:sldChg chg="addSp modSp mod">
        <pc:chgData name="Ankit Saha" userId="253359d4d80dfff5" providerId="LiveId" clId="{BFEA931F-4DC7-4DDD-A49D-25D6D6A414A8}" dt="2025-09-11T11:51:54.454" v="352" actId="20577"/>
        <pc:sldMkLst>
          <pc:docMk/>
          <pc:sldMk cId="981108318" sldId="266"/>
        </pc:sldMkLst>
        <pc:spChg chg="mod">
          <ac:chgData name="Ankit Saha" userId="253359d4d80dfff5" providerId="LiveId" clId="{BFEA931F-4DC7-4DDD-A49D-25D6D6A414A8}" dt="2025-09-11T11:50:24.803" v="308" actId="20577"/>
          <ac:spMkLst>
            <pc:docMk/>
            <pc:sldMk cId="981108318" sldId="266"/>
            <ac:spMk id="2" creationId="{4AFE0B7D-00A5-6149-4F35-CBD25556DF8E}"/>
          </ac:spMkLst>
        </pc:spChg>
        <pc:spChg chg="mod">
          <ac:chgData name="Ankit Saha" userId="253359d4d80dfff5" providerId="LiveId" clId="{BFEA931F-4DC7-4DDD-A49D-25D6D6A414A8}" dt="2025-09-11T11:51:54.454" v="352" actId="20577"/>
          <ac:spMkLst>
            <pc:docMk/>
            <pc:sldMk cId="981108318" sldId="266"/>
            <ac:spMk id="19" creationId="{E113545E-9A0D-6344-C7F9-77C967E5453D}"/>
          </ac:spMkLst>
        </pc:spChg>
        <pc:picChg chg="add mod">
          <ac:chgData name="Ankit Saha" userId="253359d4d80dfff5" providerId="LiveId" clId="{BFEA931F-4DC7-4DDD-A49D-25D6D6A414A8}" dt="2025-09-11T11:49:24.764" v="242" actId="1076"/>
          <ac:picMkLst>
            <pc:docMk/>
            <pc:sldMk cId="981108318" sldId="266"/>
            <ac:picMk id="7" creationId="{DB918454-952D-49C1-D105-A8A038161BA6}"/>
          </ac:picMkLst>
        </pc:picChg>
        <pc:picChg chg="add mod">
          <ac:chgData name="Ankit Saha" userId="253359d4d80dfff5" providerId="LiveId" clId="{BFEA931F-4DC7-4DDD-A49D-25D6D6A414A8}" dt="2025-09-11T11:49:30.921" v="243" actId="1076"/>
          <ac:picMkLst>
            <pc:docMk/>
            <pc:sldMk cId="981108318" sldId="266"/>
            <ac:picMk id="9" creationId="{B5A78271-CF74-46DE-9B56-C1B25A8CE9EF}"/>
          </ac:picMkLst>
        </pc:picChg>
      </pc:sldChg>
      <pc:sldChg chg="addSp delSp modSp mod">
        <pc:chgData name="Ankit Saha" userId="253359d4d80dfff5" providerId="LiveId" clId="{BFEA931F-4DC7-4DDD-A49D-25D6D6A414A8}" dt="2025-09-11T11:47:45.957" v="231" actId="20577"/>
        <pc:sldMkLst>
          <pc:docMk/>
          <pc:sldMk cId="1784980145" sldId="267"/>
        </pc:sldMkLst>
        <pc:spChg chg="mod">
          <ac:chgData name="Ankit Saha" userId="253359d4d80dfff5" providerId="LiveId" clId="{BFEA931F-4DC7-4DDD-A49D-25D6D6A414A8}" dt="2025-09-11T11:47:45.957" v="231" actId="20577"/>
          <ac:spMkLst>
            <pc:docMk/>
            <pc:sldMk cId="1784980145" sldId="267"/>
            <ac:spMk id="2" creationId="{45BBDAC9-ADFD-6348-A7D9-E12CAE17564F}"/>
          </ac:spMkLst>
        </pc:spChg>
        <pc:spChg chg="mod">
          <ac:chgData name="Ankit Saha" userId="253359d4d80dfff5" providerId="LiveId" clId="{BFEA931F-4DC7-4DDD-A49D-25D6D6A414A8}" dt="2025-09-11T11:38:56.184" v="129" actId="20577"/>
          <ac:spMkLst>
            <pc:docMk/>
            <pc:sldMk cId="1784980145" sldId="267"/>
            <ac:spMk id="19" creationId="{4D444DC5-BA0C-7E8C-FBBB-8BB3FAD6703D}"/>
          </ac:spMkLst>
        </pc:spChg>
        <pc:picChg chg="add del mod">
          <ac:chgData name="Ankit Saha" userId="253359d4d80dfff5" providerId="LiveId" clId="{BFEA931F-4DC7-4DDD-A49D-25D6D6A414A8}" dt="2025-09-11T11:46:41.007" v="133" actId="22"/>
          <ac:picMkLst>
            <pc:docMk/>
            <pc:sldMk cId="1784980145" sldId="267"/>
            <ac:picMk id="7" creationId="{3D2D5322-07C1-0348-99D5-BB34B9DA279E}"/>
          </ac:picMkLst>
        </pc:picChg>
        <pc:picChg chg="add mod">
          <ac:chgData name="Ankit Saha" userId="253359d4d80dfff5" providerId="LiveId" clId="{BFEA931F-4DC7-4DDD-A49D-25D6D6A414A8}" dt="2025-09-11T11:47:01.523" v="136" actId="1076"/>
          <ac:picMkLst>
            <pc:docMk/>
            <pc:sldMk cId="1784980145" sldId="267"/>
            <ac:picMk id="9" creationId="{27152FBC-EC84-0F33-06AC-4344297C552D}"/>
          </ac:picMkLst>
        </pc:picChg>
      </pc:sldChg>
      <pc:sldChg chg="modSp mod">
        <pc:chgData name="Ankit Saha" userId="253359d4d80dfff5" providerId="LiveId" clId="{BFEA931F-4DC7-4DDD-A49D-25D6D6A414A8}" dt="2025-09-11T11:38:43.883" v="127" actId="20577"/>
        <pc:sldMkLst>
          <pc:docMk/>
          <pc:sldMk cId="3230874392" sldId="268"/>
        </pc:sldMkLst>
        <pc:spChg chg="mod">
          <ac:chgData name="Ankit Saha" userId="253359d4d80dfff5" providerId="LiveId" clId="{BFEA931F-4DC7-4DDD-A49D-25D6D6A414A8}" dt="2025-09-11T11:32:31.277" v="34" actId="20577"/>
          <ac:spMkLst>
            <pc:docMk/>
            <pc:sldMk cId="3230874392" sldId="268"/>
            <ac:spMk id="2" creationId="{77AABADE-62CA-5DBA-F1F2-C928EB3FC774}"/>
          </ac:spMkLst>
        </pc:spChg>
        <pc:spChg chg="mod">
          <ac:chgData name="Ankit Saha" userId="253359d4d80dfff5" providerId="LiveId" clId="{BFEA931F-4DC7-4DDD-A49D-25D6D6A414A8}" dt="2025-09-11T11:38:43.883" v="127" actId="20577"/>
          <ac:spMkLst>
            <pc:docMk/>
            <pc:sldMk cId="3230874392" sldId="268"/>
            <ac:spMk id="3" creationId="{E4D63524-A25B-CA07-2963-09DB6683603F}"/>
          </ac:spMkLst>
        </pc:spChg>
        <pc:spChg chg="mod">
          <ac:chgData name="Ankit Saha" userId="253359d4d80dfff5" providerId="LiveId" clId="{BFEA931F-4DC7-4DDD-A49D-25D6D6A414A8}" dt="2025-09-11T11:33:30.792" v="38" actId="20577"/>
          <ac:spMkLst>
            <pc:docMk/>
            <pc:sldMk cId="3230874392" sldId="268"/>
            <ac:spMk id="19" creationId="{0CF45B16-159B-F359-5EA4-2C1FD211AD02}"/>
          </ac:spMkLst>
        </pc:spChg>
      </pc:sldChg>
      <pc:sldChg chg="modSp mod">
        <pc:chgData name="Ankit Saha" userId="253359d4d80dfff5" providerId="LiveId" clId="{BFEA931F-4DC7-4DDD-A49D-25D6D6A414A8}" dt="2025-09-11T11:31:45.688" v="1" actId="20577"/>
        <pc:sldMkLst>
          <pc:docMk/>
          <pc:sldMk cId="3141457144" sldId="269"/>
        </pc:sldMkLst>
        <pc:spChg chg="mod">
          <ac:chgData name="Ankit Saha" userId="253359d4d80dfff5" providerId="LiveId" clId="{BFEA931F-4DC7-4DDD-A49D-25D6D6A414A8}" dt="2025-09-11T11:31:45.688" v="1" actId="20577"/>
          <ac:spMkLst>
            <pc:docMk/>
            <pc:sldMk cId="3141457144" sldId="269"/>
            <ac:spMk id="19" creationId="{DD0499BE-DF14-7A9B-05E4-FBA9DEE0A3A4}"/>
          </ac:spMkLst>
        </pc:spChg>
      </pc:sldChg>
      <pc:sldChg chg="addSp modSp add mod ord">
        <pc:chgData name="Ankit Saha" userId="253359d4d80dfff5" providerId="LiveId" clId="{BFEA931F-4DC7-4DDD-A49D-25D6D6A414A8}" dt="2025-09-11T13:20:59.935" v="900" actId="20577"/>
        <pc:sldMkLst>
          <pc:docMk/>
          <pc:sldMk cId="268085169" sldId="270"/>
        </pc:sldMkLst>
        <pc:spChg chg="mod">
          <ac:chgData name="Ankit Saha" userId="253359d4d80dfff5" providerId="LiveId" clId="{BFEA931F-4DC7-4DDD-A49D-25D6D6A414A8}" dt="2025-09-11T13:20:34.045" v="896" actId="1076"/>
          <ac:spMkLst>
            <pc:docMk/>
            <pc:sldMk cId="268085169" sldId="270"/>
            <ac:spMk id="2" creationId="{61618D86-05D1-C931-7A30-CE414E9F9A30}"/>
          </ac:spMkLst>
        </pc:spChg>
        <pc:spChg chg="mod">
          <ac:chgData name="Ankit Saha" userId="253359d4d80dfff5" providerId="LiveId" clId="{BFEA931F-4DC7-4DDD-A49D-25D6D6A414A8}" dt="2025-09-11T13:08:57.741" v="638" actId="20577"/>
          <ac:spMkLst>
            <pc:docMk/>
            <pc:sldMk cId="268085169" sldId="270"/>
            <ac:spMk id="3" creationId="{0E73C95F-0543-E3D8-426F-0E08989CF707}"/>
          </ac:spMkLst>
        </pc:spChg>
        <pc:spChg chg="mod">
          <ac:chgData name="Ankit Saha" userId="253359d4d80dfff5" providerId="LiveId" clId="{BFEA931F-4DC7-4DDD-A49D-25D6D6A414A8}" dt="2025-09-11T13:20:59.935" v="900" actId="20577"/>
          <ac:spMkLst>
            <pc:docMk/>
            <pc:sldMk cId="268085169" sldId="270"/>
            <ac:spMk id="19" creationId="{7432E41E-D24C-5CDD-B460-060F0A296AAE}"/>
          </ac:spMkLst>
        </pc:spChg>
        <pc:graphicFrameChg chg="add mod modGraphic">
          <ac:chgData name="Ankit Saha" userId="253359d4d80dfff5" providerId="LiveId" clId="{BFEA931F-4DC7-4DDD-A49D-25D6D6A414A8}" dt="2025-09-11T13:20:53.184" v="897" actId="1076"/>
          <ac:graphicFrameMkLst>
            <pc:docMk/>
            <pc:sldMk cId="268085169" sldId="270"/>
            <ac:graphicFrameMk id="5" creationId="{01D7D79E-12D1-6CF4-FF93-54CF0D242F44}"/>
          </ac:graphicFrameMkLst>
        </pc:graphicFrameChg>
      </pc:sldChg>
      <pc:sldChg chg="addSp modSp add mod ord setBg">
        <pc:chgData name="Ankit Saha" userId="253359d4d80dfff5" providerId="LiveId" clId="{BFEA931F-4DC7-4DDD-A49D-25D6D6A414A8}" dt="2025-09-11T14:13:28.268" v="1570" actId="27636"/>
        <pc:sldMkLst>
          <pc:docMk/>
          <pc:sldMk cId="2743053903" sldId="271"/>
        </pc:sldMkLst>
        <pc:spChg chg="mod">
          <ac:chgData name="Ankit Saha" userId="253359d4d80dfff5" providerId="LiveId" clId="{BFEA931F-4DC7-4DDD-A49D-25D6D6A414A8}" dt="2025-09-11T13:54:09.781" v="1185" actId="20577"/>
          <ac:spMkLst>
            <pc:docMk/>
            <pc:sldMk cId="2743053903" sldId="271"/>
            <ac:spMk id="2" creationId="{6D79C4E9-262C-11C5-02C0-9E34DE2C741E}"/>
          </ac:spMkLst>
        </pc:spChg>
        <pc:spChg chg="mod">
          <ac:chgData name="Ankit Saha" userId="253359d4d80dfff5" providerId="LiveId" clId="{BFEA931F-4DC7-4DDD-A49D-25D6D6A414A8}" dt="2025-09-11T14:13:28.268" v="1570" actId="27636"/>
          <ac:spMkLst>
            <pc:docMk/>
            <pc:sldMk cId="2743053903" sldId="271"/>
            <ac:spMk id="3" creationId="{892EFCFD-FE45-BF0B-CCA4-4276FF277422}"/>
          </ac:spMkLst>
        </pc:spChg>
        <pc:spChg chg="add">
          <ac:chgData name="Ankit Saha" userId="253359d4d80dfff5" providerId="LiveId" clId="{BFEA931F-4DC7-4DDD-A49D-25D6D6A414A8}" dt="2025-09-11T14:01:35.351" v="1392"/>
          <ac:spMkLst>
            <pc:docMk/>
            <pc:sldMk cId="2743053903" sldId="271"/>
            <ac:spMk id="5" creationId="{4BD20532-93E1-F756-52AB-BBCA5FA6236E}"/>
          </ac:spMkLst>
        </pc:spChg>
        <pc:spChg chg="add">
          <ac:chgData name="Ankit Saha" userId="253359d4d80dfff5" providerId="LiveId" clId="{BFEA931F-4DC7-4DDD-A49D-25D6D6A414A8}" dt="2025-09-11T14:01:40.422" v="1394"/>
          <ac:spMkLst>
            <pc:docMk/>
            <pc:sldMk cId="2743053903" sldId="271"/>
            <ac:spMk id="7" creationId="{625DA79E-1935-816B-9276-03F5312C3579}"/>
          </ac:spMkLst>
        </pc:spChg>
        <pc:spChg chg="add mod">
          <ac:chgData name="Ankit Saha" userId="253359d4d80dfff5" providerId="LiveId" clId="{BFEA931F-4DC7-4DDD-A49D-25D6D6A414A8}" dt="2025-09-11T14:05:06.512" v="1434"/>
          <ac:spMkLst>
            <pc:docMk/>
            <pc:sldMk cId="2743053903" sldId="271"/>
            <ac:spMk id="8" creationId="{B62595C4-1475-B991-FC88-425611A749CF}"/>
          </ac:spMkLst>
        </pc:spChg>
        <pc:spChg chg="add">
          <ac:chgData name="Ankit Saha" userId="253359d4d80dfff5" providerId="LiveId" clId="{BFEA931F-4DC7-4DDD-A49D-25D6D6A414A8}" dt="2025-09-11T14:06:59.048" v="1527"/>
          <ac:spMkLst>
            <pc:docMk/>
            <pc:sldMk cId="2743053903" sldId="271"/>
            <ac:spMk id="9" creationId="{2F444DF2-6CE4-6BC5-F2A5-EAFF18D092A3}"/>
          </ac:spMkLst>
        </pc:spChg>
        <pc:spChg chg="mod">
          <ac:chgData name="Ankit Saha" userId="253359d4d80dfff5" providerId="LiveId" clId="{BFEA931F-4DC7-4DDD-A49D-25D6D6A414A8}" dt="2025-09-11T14:09:51.220" v="1559" actId="20577"/>
          <ac:spMkLst>
            <pc:docMk/>
            <pc:sldMk cId="2743053903" sldId="271"/>
            <ac:spMk id="19" creationId="{32E7AE1D-2DCC-7467-E05C-6411C0C5E449}"/>
          </ac:spMkLst>
        </pc:spChg>
        <pc:picChg chg="add">
          <ac:chgData name="Ankit Saha" userId="253359d4d80dfff5" providerId="LiveId" clId="{BFEA931F-4DC7-4DDD-A49D-25D6D6A414A8}" dt="2025-09-11T14:04:34.716" v="1425"/>
          <ac:picMkLst>
            <pc:docMk/>
            <pc:sldMk cId="2743053903" sldId="271"/>
            <ac:picMk id="1028" creationId="{665B500E-0D22-5895-AC21-DCF8F4493B51}"/>
          </ac:picMkLst>
        </pc:picChg>
        <pc:picChg chg="add">
          <ac:chgData name="Ankit Saha" userId="253359d4d80dfff5" providerId="LiveId" clId="{BFEA931F-4DC7-4DDD-A49D-25D6D6A414A8}" dt="2025-09-11T14:04:34.716" v="1425"/>
          <ac:picMkLst>
            <pc:docMk/>
            <pc:sldMk cId="2743053903" sldId="271"/>
            <ac:picMk id="1029" creationId="{5EAAB3A2-66C9-42AC-5A28-87BC2E21BFB2}"/>
          </ac:picMkLst>
        </pc:picChg>
      </pc:sldChg>
      <pc:sldChg chg="addSp delSp modSp add mod">
        <pc:chgData name="Ankit Saha" userId="253359d4d80dfff5" providerId="LiveId" clId="{BFEA931F-4DC7-4DDD-A49D-25D6D6A414A8}" dt="2025-09-11T13:59:22.751" v="1378" actId="123"/>
        <pc:sldMkLst>
          <pc:docMk/>
          <pc:sldMk cId="220927455" sldId="272"/>
        </pc:sldMkLst>
        <pc:spChg chg="mod">
          <ac:chgData name="Ankit Saha" userId="253359d4d80dfff5" providerId="LiveId" clId="{BFEA931F-4DC7-4DDD-A49D-25D6D6A414A8}" dt="2025-09-11T13:56:27.833" v="1204" actId="14100"/>
          <ac:spMkLst>
            <pc:docMk/>
            <pc:sldMk cId="220927455" sldId="272"/>
            <ac:spMk id="2" creationId="{0EEC8A65-BB46-D2C1-CC90-E003F7079AD7}"/>
          </ac:spMkLst>
        </pc:spChg>
        <pc:spChg chg="mod">
          <ac:chgData name="Ankit Saha" userId="253359d4d80dfff5" providerId="LiveId" clId="{BFEA931F-4DC7-4DDD-A49D-25D6D6A414A8}" dt="2025-09-11T13:57:04.238" v="1214" actId="1076"/>
          <ac:spMkLst>
            <pc:docMk/>
            <pc:sldMk cId="220927455" sldId="272"/>
            <ac:spMk id="3" creationId="{9BB5A7FE-0D94-8AFE-500E-C1859B155771}"/>
          </ac:spMkLst>
        </pc:spChg>
        <pc:spChg chg="add del mod">
          <ac:chgData name="Ankit Saha" userId="253359d4d80dfff5" providerId="LiveId" clId="{BFEA931F-4DC7-4DDD-A49D-25D6D6A414A8}" dt="2025-09-11T13:56:47.833" v="1211"/>
          <ac:spMkLst>
            <pc:docMk/>
            <pc:sldMk cId="220927455" sldId="272"/>
            <ac:spMk id="8" creationId="{92C99134-5627-3F0D-9FAC-E8B4EB18C652}"/>
          </ac:spMkLst>
        </pc:spChg>
        <pc:spChg chg="add del mod">
          <ac:chgData name="Ankit Saha" userId="253359d4d80dfff5" providerId="LiveId" clId="{BFEA931F-4DC7-4DDD-A49D-25D6D6A414A8}" dt="2025-09-11T13:58:55.759" v="1373"/>
          <ac:spMkLst>
            <pc:docMk/>
            <pc:sldMk cId="220927455" sldId="272"/>
            <ac:spMk id="15" creationId="{98231D8E-3073-759A-D400-A16D60B67252}"/>
          </ac:spMkLst>
        </pc:spChg>
        <pc:spChg chg="add mod">
          <ac:chgData name="Ankit Saha" userId="253359d4d80dfff5" providerId="LiveId" clId="{BFEA931F-4DC7-4DDD-A49D-25D6D6A414A8}" dt="2025-09-11T13:59:22.751" v="1378" actId="123"/>
          <ac:spMkLst>
            <pc:docMk/>
            <pc:sldMk cId="220927455" sldId="272"/>
            <ac:spMk id="16" creationId="{AE0C23D2-086E-19DD-AEE4-64D7FA23901F}"/>
          </ac:spMkLst>
        </pc:spChg>
        <pc:picChg chg="add mod">
          <ac:chgData name="Ankit Saha" userId="253359d4d80dfff5" providerId="LiveId" clId="{BFEA931F-4DC7-4DDD-A49D-25D6D6A414A8}" dt="2025-09-11T13:57:26.067" v="1220" actId="1076"/>
          <ac:picMkLst>
            <pc:docMk/>
            <pc:sldMk cId="220927455" sldId="272"/>
            <ac:picMk id="7" creationId="{D9D99603-19C7-BD96-AF0D-3CFE920FB6A4}"/>
          </ac:picMkLst>
        </pc:picChg>
        <pc:picChg chg="add del mod">
          <ac:chgData name="Ankit Saha" userId="253359d4d80dfff5" providerId="LiveId" clId="{BFEA931F-4DC7-4DDD-A49D-25D6D6A414A8}" dt="2025-09-11T13:55:23.036" v="1190" actId="21"/>
          <ac:picMkLst>
            <pc:docMk/>
            <pc:sldMk cId="220927455" sldId="272"/>
            <ac:picMk id="10" creationId="{D1621CD9-4DB6-ABD5-708F-A2749101FA49}"/>
          </ac:picMkLst>
        </pc:picChg>
        <pc:picChg chg="add mod">
          <ac:chgData name="Ankit Saha" userId="253359d4d80dfff5" providerId="LiveId" clId="{BFEA931F-4DC7-4DDD-A49D-25D6D6A414A8}" dt="2025-09-11T13:57:29.268" v="1221" actId="1076"/>
          <ac:picMkLst>
            <pc:docMk/>
            <pc:sldMk cId="220927455" sldId="272"/>
            <ac:picMk id="14" creationId="{F9617B1B-7C0E-A473-1F2F-D3F66874EA3F}"/>
          </ac:picMkLst>
        </pc:picChg>
        <pc:picChg chg="add del">
          <ac:chgData name="Ankit Saha" userId="253359d4d80dfff5" providerId="LiveId" clId="{BFEA931F-4DC7-4DDD-A49D-25D6D6A414A8}" dt="2025-09-11T13:57:51.765" v="1225" actId="22"/>
          <ac:picMkLst>
            <pc:docMk/>
            <pc:sldMk cId="220927455" sldId="272"/>
            <ac:picMk id="20" creationId="{3FA22858-5F33-3194-8678-3B682B569B9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E89EB6-B8D3-40A6-AF55-8DDE493A6C42}" type="datetimeFigureOut">
              <a:rPr lang="en-IN" smtClean="0"/>
              <a:t>24-11-2025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8DD153-E86B-465D-A94D-D0D5662E8722}" type="slidenum">
              <a:rPr lang="en-IN" smtClean="0"/>
              <a:t>‹#›</a:t>
            </a:fld>
            <a:endParaRPr lang="en-IN"/>
          </a:p>
        </p:txBody>
      </p:sp>
    </p:spTree>
    <p:extLst>
      <p:ext uri="{BB962C8B-B14F-4D97-AF65-F5344CB8AC3E}">
        <p14:creationId xmlns:p14="http://schemas.microsoft.com/office/powerpoint/2010/main" val="814871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C8DD153-E86B-465D-A94D-D0D5662E8722}" type="slidenum">
              <a:rPr lang="en-IN" smtClean="0"/>
              <a:t>15</a:t>
            </a:fld>
            <a:endParaRPr lang="en-IN"/>
          </a:p>
        </p:txBody>
      </p:sp>
    </p:spTree>
    <p:extLst>
      <p:ext uri="{BB962C8B-B14F-4D97-AF65-F5344CB8AC3E}">
        <p14:creationId xmlns:p14="http://schemas.microsoft.com/office/powerpoint/2010/main" val="2293816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9251A-6863-AEDC-2B3C-B737139531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5FC3896-AB37-C2DB-10B6-121CAA4F2E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C6D604A-D976-13A9-95DA-9F0F34A7C861}"/>
              </a:ext>
            </a:extLst>
          </p:cNvPr>
          <p:cNvSpPr>
            <a:spLocks noGrp="1"/>
          </p:cNvSpPr>
          <p:nvPr>
            <p:ph type="dt" sz="half" idx="10"/>
          </p:nvPr>
        </p:nvSpPr>
        <p:spPr/>
        <p:txBody>
          <a:bodyPr/>
          <a:lstStyle/>
          <a:p>
            <a:fld id="{59A4B2C4-C994-49BE-BB54-6F20B0E9C325}" type="datetimeFigureOut">
              <a:rPr lang="en-IN" smtClean="0"/>
              <a:t>24-11-2025</a:t>
            </a:fld>
            <a:endParaRPr lang="en-IN"/>
          </a:p>
        </p:txBody>
      </p:sp>
      <p:sp>
        <p:nvSpPr>
          <p:cNvPr id="5" name="Footer Placeholder 4">
            <a:extLst>
              <a:ext uri="{FF2B5EF4-FFF2-40B4-BE49-F238E27FC236}">
                <a16:creationId xmlns:a16="http://schemas.microsoft.com/office/drawing/2014/main" id="{DAD7316B-5E91-E6A4-5298-CDCF00B446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A19E4D-F17C-7BBD-C74A-2BBD42197784}"/>
              </a:ext>
            </a:extLst>
          </p:cNvPr>
          <p:cNvSpPr>
            <a:spLocks noGrp="1"/>
          </p:cNvSpPr>
          <p:nvPr>
            <p:ph type="sldNum" sz="quarter" idx="12"/>
          </p:nvPr>
        </p:nvSpPr>
        <p:spPr/>
        <p:txBody>
          <a:bodyPr/>
          <a:lstStyle/>
          <a:p>
            <a:fld id="{D7EDED62-6481-4C98-88DB-411B53205EB6}" type="slidenum">
              <a:rPr lang="en-IN" smtClean="0"/>
              <a:t>‹#›</a:t>
            </a:fld>
            <a:endParaRPr lang="en-IN"/>
          </a:p>
        </p:txBody>
      </p:sp>
    </p:spTree>
    <p:extLst>
      <p:ext uri="{BB962C8B-B14F-4D97-AF65-F5344CB8AC3E}">
        <p14:creationId xmlns:p14="http://schemas.microsoft.com/office/powerpoint/2010/main" val="4153417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55963-20E3-CDA3-B17A-3F911D339A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F19423-C8F8-9C3E-5534-16665C0F4F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94F721-3DEC-8CF5-DAD4-2069996067B3}"/>
              </a:ext>
            </a:extLst>
          </p:cNvPr>
          <p:cNvSpPr>
            <a:spLocks noGrp="1"/>
          </p:cNvSpPr>
          <p:nvPr>
            <p:ph type="dt" sz="half" idx="10"/>
          </p:nvPr>
        </p:nvSpPr>
        <p:spPr/>
        <p:txBody>
          <a:bodyPr/>
          <a:lstStyle/>
          <a:p>
            <a:fld id="{59A4B2C4-C994-49BE-BB54-6F20B0E9C325}" type="datetimeFigureOut">
              <a:rPr lang="en-IN" smtClean="0"/>
              <a:t>24-11-2025</a:t>
            </a:fld>
            <a:endParaRPr lang="en-IN"/>
          </a:p>
        </p:txBody>
      </p:sp>
      <p:sp>
        <p:nvSpPr>
          <p:cNvPr id="5" name="Footer Placeholder 4">
            <a:extLst>
              <a:ext uri="{FF2B5EF4-FFF2-40B4-BE49-F238E27FC236}">
                <a16:creationId xmlns:a16="http://schemas.microsoft.com/office/drawing/2014/main" id="{F9EED4C9-6123-AE5F-E68E-B02F0FC108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1107AD-148F-02C9-0D42-2228603C3677}"/>
              </a:ext>
            </a:extLst>
          </p:cNvPr>
          <p:cNvSpPr>
            <a:spLocks noGrp="1"/>
          </p:cNvSpPr>
          <p:nvPr>
            <p:ph type="sldNum" sz="quarter" idx="12"/>
          </p:nvPr>
        </p:nvSpPr>
        <p:spPr/>
        <p:txBody>
          <a:bodyPr/>
          <a:lstStyle/>
          <a:p>
            <a:fld id="{D7EDED62-6481-4C98-88DB-411B53205EB6}" type="slidenum">
              <a:rPr lang="en-IN" smtClean="0"/>
              <a:t>‹#›</a:t>
            </a:fld>
            <a:endParaRPr lang="en-IN"/>
          </a:p>
        </p:txBody>
      </p:sp>
    </p:spTree>
    <p:extLst>
      <p:ext uri="{BB962C8B-B14F-4D97-AF65-F5344CB8AC3E}">
        <p14:creationId xmlns:p14="http://schemas.microsoft.com/office/powerpoint/2010/main" val="1586657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B247B-9710-2D8C-6257-81763AE496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2D496A4-5EB7-9D2D-8ACA-D3C9857800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84F4BC-4B91-9DA0-6F7A-4BAD716E81A2}"/>
              </a:ext>
            </a:extLst>
          </p:cNvPr>
          <p:cNvSpPr>
            <a:spLocks noGrp="1"/>
          </p:cNvSpPr>
          <p:nvPr>
            <p:ph type="dt" sz="half" idx="10"/>
          </p:nvPr>
        </p:nvSpPr>
        <p:spPr/>
        <p:txBody>
          <a:bodyPr/>
          <a:lstStyle/>
          <a:p>
            <a:fld id="{59A4B2C4-C994-49BE-BB54-6F20B0E9C325}" type="datetimeFigureOut">
              <a:rPr lang="en-IN" smtClean="0"/>
              <a:t>24-11-2025</a:t>
            </a:fld>
            <a:endParaRPr lang="en-IN"/>
          </a:p>
        </p:txBody>
      </p:sp>
      <p:sp>
        <p:nvSpPr>
          <p:cNvPr id="5" name="Footer Placeholder 4">
            <a:extLst>
              <a:ext uri="{FF2B5EF4-FFF2-40B4-BE49-F238E27FC236}">
                <a16:creationId xmlns:a16="http://schemas.microsoft.com/office/drawing/2014/main" id="{E1A1E8FF-C3D5-ED80-4A17-A47CD71725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AC09E5-ECB8-4AE5-6D9E-D6C5BF343DB0}"/>
              </a:ext>
            </a:extLst>
          </p:cNvPr>
          <p:cNvSpPr>
            <a:spLocks noGrp="1"/>
          </p:cNvSpPr>
          <p:nvPr>
            <p:ph type="sldNum" sz="quarter" idx="12"/>
          </p:nvPr>
        </p:nvSpPr>
        <p:spPr/>
        <p:txBody>
          <a:bodyPr/>
          <a:lstStyle/>
          <a:p>
            <a:fld id="{D7EDED62-6481-4C98-88DB-411B53205EB6}" type="slidenum">
              <a:rPr lang="en-IN" smtClean="0"/>
              <a:t>‹#›</a:t>
            </a:fld>
            <a:endParaRPr lang="en-IN"/>
          </a:p>
        </p:txBody>
      </p:sp>
    </p:spTree>
    <p:extLst>
      <p:ext uri="{BB962C8B-B14F-4D97-AF65-F5344CB8AC3E}">
        <p14:creationId xmlns:p14="http://schemas.microsoft.com/office/powerpoint/2010/main" val="157777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C2D30-4F8A-FFC0-EAD8-B2C9C662FE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109730-E396-8218-11A9-F5DD289DEC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923AB1F-BF27-32A3-E3D3-B931E28A7C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0F67BDC-6753-D8E2-6243-B99F1C3921B1}"/>
              </a:ext>
            </a:extLst>
          </p:cNvPr>
          <p:cNvSpPr>
            <a:spLocks noGrp="1"/>
          </p:cNvSpPr>
          <p:nvPr>
            <p:ph type="dt" sz="half" idx="10"/>
          </p:nvPr>
        </p:nvSpPr>
        <p:spPr/>
        <p:txBody>
          <a:bodyPr/>
          <a:lstStyle/>
          <a:p>
            <a:fld id="{59A4B2C4-C994-49BE-BB54-6F20B0E9C325}" type="datetimeFigureOut">
              <a:rPr lang="en-IN" smtClean="0"/>
              <a:t>24-11-2025</a:t>
            </a:fld>
            <a:endParaRPr lang="en-IN"/>
          </a:p>
        </p:txBody>
      </p:sp>
      <p:sp>
        <p:nvSpPr>
          <p:cNvPr id="6" name="Footer Placeholder 5">
            <a:extLst>
              <a:ext uri="{FF2B5EF4-FFF2-40B4-BE49-F238E27FC236}">
                <a16:creationId xmlns:a16="http://schemas.microsoft.com/office/drawing/2014/main" id="{A0BDC6BB-1B9D-02D2-6FB5-92BACE4B1B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2EF9DF-521C-39D9-A760-193D57D6E1F0}"/>
              </a:ext>
            </a:extLst>
          </p:cNvPr>
          <p:cNvSpPr>
            <a:spLocks noGrp="1"/>
          </p:cNvSpPr>
          <p:nvPr>
            <p:ph type="sldNum" sz="quarter" idx="12"/>
          </p:nvPr>
        </p:nvSpPr>
        <p:spPr/>
        <p:txBody>
          <a:bodyPr/>
          <a:lstStyle/>
          <a:p>
            <a:fld id="{D7EDED62-6481-4C98-88DB-411B53205EB6}" type="slidenum">
              <a:rPr lang="en-IN" smtClean="0"/>
              <a:t>‹#›</a:t>
            </a:fld>
            <a:endParaRPr lang="en-IN"/>
          </a:p>
        </p:txBody>
      </p:sp>
    </p:spTree>
    <p:extLst>
      <p:ext uri="{BB962C8B-B14F-4D97-AF65-F5344CB8AC3E}">
        <p14:creationId xmlns:p14="http://schemas.microsoft.com/office/powerpoint/2010/main" val="637927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05DB-9985-B2BB-0551-63A034BE8E9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B685AFE-D1DC-562C-B0CA-988CDA2C98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6036A0-9091-0D2E-549A-A398327C37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EC3DD18-7920-C37C-2CDB-91A804F78C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AEAF6D-5581-643C-B208-9C66BBE3EF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B22D8AC-1A40-732A-2686-6DF1FB1091A5}"/>
              </a:ext>
            </a:extLst>
          </p:cNvPr>
          <p:cNvSpPr>
            <a:spLocks noGrp="1"/>
          </p:cNvSpPr>
          <p:nvPr>
            <p:ph type="dt" sz="half" idx="10"/>
          </p:nvPr>
        </p:nvSpPr>
        <p:spPr/>
        <p:txBody>
          <a:bodyPr/>
          <a:lstStyle/>
          <a:p>
            <a:fld id="{59A4B2C4-C994-49BE-BB54-6F20B0E9C325}" type="datetimeFigureOut">
              <a:rPr lang="en-IN" smtClean="0"/>
              <a:t>24-11-2025</a:t>
            </a:fld>
            <a:endParaRPr lang="en-IN"/>
          </a:p>
        </p:txBody>
      </p:sp>
      <p:sp>
        <p:nvSpPr>
          <p:cNvPr id="8" name="Footer Placeholder 7">
            <a:extLst>
              <a:ext uri="{FF2B5EF4-FFF2-40B4-BE49-F238E27FC236}">
                <a16:creationId xmlns:a16="http://schemas.microsoft.com/office/drawing/2014/main" id="{172746CC-7244-4D3C-8E60-1A0E7FFC8CA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77797F-AD5D-718B-361C-A7BD2AD31830}"/>
              </a:ext>
            </a:extLst>
          </p:cNvPr>
          <p:cNvSpPr>
            <a:spLocks noGrp="1"/>
          </p:cNvSpPr>
          <p:nvPr>
            <p:ph type="sldNum" sz="quarter" idx="12"/>
          </p:nvPr>
        </p:nvSpPr>
        <p:spPr/>
        <p:txBody>
          <a:bodyPr/>
          <a:lstStyle/>
          <a:p>
            <a:fld id="{D7EDED62-6481-4C98-88DB-411B53205EB6}" type="slidenum">
              <a:rPr lang="en-IN" smtClean="0"/>
              <a:t>‹#›</a:t>
            </a:fld>
            <a:endParaRPr lang="en-IN"/>
          </a:p>
        </p:txBody>
      </p:sp>
    </p:spTree>
    <p:extLst>
      <p:ext uri="{BB962C8B-B14F-4D97-AF65-F5344CB8AC3E}">
        <p14:creationId xmlns:p14="http://schemas.microsoft.com/office/powerpoint/2010/main" val="1814756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6AD3A-8960-7E6F-6089-8F0CABC655F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BD06FE5-DDEA-20FE-2F5E-3C21F9F55BB1}"/>
              </a:ext>
            </a:extLst>
          </p:cNvPr>
          <p:cNvSpPr>
            <a:spLocks noGrp="1"/>
          </p:cNvSpPr>
          <p:nvPr>
            <p:ph type="dt" sz="half" idx="10"/>
          </p:nvPr>
        </p:nvSpPr>
        <p:spPr/>
        <p:txBody>
          <a:bodyPr/>
          <a:lstStyle/>
          <a:p>
            <a:fld id="{59A4B2C4-C994-49BE-BB54-6F20B0E9C325}" type="datetimeFigureOut">
              <a:rPr lang="en-IN" smtClean="0"/>
              <a:t>24-11-2025</a:t>
            </a:fld>
            <a:endParaRPr lang="en-IN"/>
          </a:p>
        </p:txBody>
      </p:sp>
      <p:sp>
        <p:nvSpPr>
          <p:cNvPr id="4" name="Footer Placeholder 3">
            <a:extLst>
              <a:ext uri="{FF2B5EF4-FFF2-40B4-BE49-F238E27FC236}">
                <a16:creationId xmlns:a16="http://schemas.microsoft.com/office/drawing/2014/main" id="{89BE6452-45F4-44CF-4AD2-429ADB480E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F3E2E35-EA77-3914-5E0C-A0FC1058A339}"/>
              </a:ext>
            </a:extLst>
          </p:cNvPr>
          <p:cNvSpPr>
            <a:spLocks noGrp="1"/>
          </p:cNvSpPr>
          <p:nvPr>
            <p:ph type="sldNum" sz="quarter" idx="12"/>
          </p:nvPr>
        </p:nvSpPr>
        <p:spPr/>
        <p:txBody>
          <a:bodyPr/>
          <a:lstStyle/>
          <a:p>
            <a:fld id="{D7EDED62-6481-4C98-88DB-411B53205EB6}" type="slidenum">
              <a:rPr lang="en-IN" smtClean="0"/>
              <a:t>‹#›</a:t>
            </a:fld>
            <a:endParaRPr lang="en-IN"/>
          </a:p>
        </p:txBody>
      </p:sp>
    </p:spTree>
    <p:extLst>
      <p:ext uri="{BB962C8B-B14F-4D97-AF65-F5344CB8AC3E}">
        <p14:creationId xmlns:p14="http://schemas.microsoft.com/office/powerpoint/2010/main" val="3701996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3B3774-FDE6-D1FB-8025-6959F7FB22F4}"/>
              </a:ext>
            </a:extLst>
          </p:cNvPr>
          <p:cNvSpPr>
            <a:spLocks noGrp="1"/>
          </p:cNvSpPr>
          <p:nvPr>
            <p:ph type="dt" sz="half" idx="10"/>
          </p:nvPr>
        </p:nvSpPr>
        <p:spPr/>
        <p:txBody>
          <a:bodyPr/>
          <a:lstStyle/>
          <a:p>
            <a:fld id="{59A4B2C4-C994-49BE-BB54-6F20B0E9C325}" type="datetimeFigureOut">
              <a:rPr lang="en-IN" smtClean="0"/>
              <a:t>24-11-2025</a:t>
            </a:fld>
            <a:endParaRPr lang="en-IN"/>
          </a:p>
        </p:txBody>
      </p:sp>
      <p:sp>
        <p:nvSpPr>
          <p:cNvPr id="3" name="Footer Placeholder 2">
            <a:extLst>
              <a:ext uri="{FF2B5EF4-FFF2-40B4-BE49-F238E27FC236}">
                <a16:creationId xmlns:a16="http://schemas.microsoft.com/office/drawing/2014/main" id="{6DE0CA80-0E10-C382-F873-38072E99F5F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2B13D12-40F6-3F4A-32BC-483F5A48FA12}"/>
              </a:ext>
            </a:extLst>
          </p:cNvPr>
          <p:cNvSpPr>
            <a:spLocks noGrp="1"/>
          </p:cNvSpPr>
          <p:nvPr>
            <p:ph type="sldNum" sz="quarter" idx="12"/>
          </p:nvPr>
        </p:nvSpPr>
        <p:spPr/>
        <p:txBody>
          <a:bodyPr/>
          <a:lstStyle/>
          <a:p>
            <a:fld id="{D7EDED62-6481-4C98-88DB-411B53205EB6}" type="slidenum">
              <a:rPr lang="en-IN" smtClean="0"/>
              <a:t>‹#›</a:t>
            </a:fld>
            <a:endParaRPr lang="en-IN"/>
          </a:p>
        </p:txBody>
      </p:sp>
    </p:spTree>
    <p:extLst>
      <p:ext uri="{BB962C8B-B14F-4D97-AF65-F5344CB8AC3E}">
        <p14:creationId xmlns:p14="http://schemas.microsoft.com/office/powerpoint/2010/main" val="2987340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19198-0A9A-B000-CD95-5398FC697E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F5659B0-7AB4-C2AA-D489-705E6DF907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D34F61F-A66A-14B6-8561-D228C5BC22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70F862-7A2D-F446-058A-192027CD08E1}"/>
              </a:ext>
            </a:extLst>
          </p:cNvPr>
          <p:cNvSpPr>
            <a:spLocks noGrp="1"/>
          </p:cNvSpPr>
          <p:nvPr>
            <p:ph type="dt" sz="half" idx="10"/>
          </p:nvPr>
        </p:nvSpPr>
        <p:spPr/>
        <p:txBody>
          <a:bodyPr/>
          <a:lstStyle/>
          <a:p>
            <a:fld id="{59A4B2C4-C994-49BE-BB54-6F20B0E9C325}" type="datetimeFigureOut">
              <a:rPr lang="en-IN" smtClean="0"/>
              <a:t>24-11-2025</a:t>
            </a:fld>
            <a:endParaRPr lang="en-IN"/>
          </a:p>
        </p:txBody>
      </p:sp>
      <p:sp>
        <p:nvSpPr>
          <p:cNvPr id="6" name="Footer Placeholder 5">
            <a:extLst>
              <a:ext uri="{FF2B5EF4-FFF2-40B4-BE49-F238E27FC236}">
                <a16:creationId xmlns:a16="http://schemas.microsoft.com/office/drawing/2014/main" id="{3DE21548-D63A-7C61-DE25-56F6E61DAE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D304DC-0B4A-6109-FE3C-2BE19AAE953B}"/>
              </a:ext>
            </a:extLst>
          </p:cNvPr>
          <p:cNvSpPr>
            <a:spLocks noGrp="1"/>
          </p:cNvSpPr>
          <p:nvPr>
            <p:ph type="sldNum" sz="quarter" idx="12"/>
          </p:nvPr>
        </p:nvSpPr>
        <p:spPr/>
        <p:txBody>
          <a:bodyPr/>
          <a:lstStyle/>
          <a:p>
            <a:fld id="{D7EDED62-6481-4C98-88DB-411B53205EB6}" type="slidenum">
              <a:rPr lang="en-IN" smtClean="0"/>
              <a:t>‹#›</a:t>
            </a:fld>
            <a:endParaRPr lang="en-IN"/>
          </a:p>
        </p:txBody>
      </p:sp>
    </p:spTree>
    <p:extLst>
      <p:ext uri="{BB962C8B-B14F-4D97-AF65-F5344CB8AC3E}">
        <p14:creationId xmlns:p14="http://schemas.microsoft.com/office/powerpoint/2010/main" val="795996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42A33-377D-4D68-107E-F3F9A88DCD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718378-0C11-577D-9BD8-FC462339D7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B915569-F62F-F6A8-41EA-DF525A0C43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F5DCCC-A426-642E-5973-D08FF6C33302}"/>
              </a:ext>
            </a:extLst>
          </p:cNvPr>
          <p:cNvSpPr>
            <a:spLocks noGrp="1"/>
          </p:cNvSpPr>
          <p:nvPr>
            <p:ph type="dt" sz="half" idx="10"/>
          </p:nvPr>
        </p:nvSpPr>
        <p:spPr/>
        <p:txBody>
          <a:bodyPr/>
          <a:lstStyle/>
          <a:p>
            <a:fld id="{59A4B2C4-C994-49BE-BB54-6F20B0E9C325}" type="datetimeFigureOut">
              <a:rPr lang="en-IN" smtClean="0"/>
              <a:t>24-11-2025</a:t>
            </a:fld>
            <a:endParaRPr lang="en-IN"/>
          </a:p>
        </p:txBody>
      </p:sp>
      <p:sp>
        <p:nvSpPr>
          <p:cNvPr id="6" name="Footer Placeholder 5">
            <a:extLst>
              <a:ext uri="{FF2B5EF4-FFF2-40B4-BE49-F238E27FC236}">
                <a16:creationId xmlns:a16="http://schemas.microsoft.com/office/drawing/2014/main" id="{BB9666B8-3996-F97C-F1FD-AFB505FDCE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8A3571-D3C6-1038-A534-DC18237B41D4}"/>
              </a:ext>
            </a:extLst>
          </p:cNvPr>
          <p:cNvSpPr>
            <a:spLocks noGrp="1"/>
          </p:cNvSpPr>
          <p:nvPr>
            <p:ph type="sldNum" sz="quarter" idx="12"/>
          </p:nvPr>
        </p:nvSpPr>
        <p:spPr/>
        <p:txBody>
          <a:bodyPr/>
          <a:lstStyle/>
          <a:p>
            <a:fld id="{D7EDED62-6481-4C98-88DB-411B53205EB6}" type="slidenum">
              <a:rPr lang="en-IN" smtClean="0"/>
              <a:t>‹#›</a:t>
            </a:fld>
            <a:endParaRPr lang="en-IN"/>
          </a:p>
        </p:txBody>
      </p:sp>
    </p:spTree>
    <p:extLst>
      <p:ext uri="{BB962C8B-B14F-4D97-AF65-F5344CB8AC3E}">
        <p14:creationId xmlns:p14="http://schemas.microsoft.com/office/powerpoint/2010/main" val="3223564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69050-CE45-2E6A-FD18-B494602341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018289-0155-239F-E879-DCA3FA057B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991AE8-813F-6D5D-03E2-172ECFDC5573}"/>
              </a:ext>
            </a:extLst>
          </p:cNvPr>
          <p:cNvSpPr>
            <a:spLocks noGrp="1"/>
          </p:cNvSpPr>
          <p:nvPr>
            <p:ph type="dt" sz="half" idx="10"/>
          </p:nvPr>
        </p:nvSpPr>
        <p:spPr/>
        <p:txBody>
          <a:bodyPr/>
          <a:lstStyle/>
          <a:p>
            <a:fld id="{59A4B2C4-C994-49BE-BB54-6F20B0E9C325}" type="datetimeFigureOut">
              <a:rPr lang="en-IN" smtClean="0"/>
              <a:t>24-11-2025</a:t>
            </a:fld>
            <a:endParaRPr lang="en-IN"/>
          </a:p>
        </p:txBody>
      </p:sp>
      <p:sp>
        <p:nvSpPr>
          <p:cNvPr id="5" name="Footer Placeholder 4">
            <a:extLst>
              <a:ext uri="{FF2B5EF4-FFF2-40B4-BE49-F238E27FC236}">
                <a16:creationId xmlns:a16="http://schemas.microsoft.com/office/drawing/2014/main" id="{C25284FC-1B1C-F923-919D-C683B49EC7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390841-1962-7C60-796E-E16DC0262438}"/>
              </a:ext>
            </a:extLst>
          </p:cNvPr>
          <p:cNvSpPr>
            <a:spLocks noGrp="1"/>
          </p:cNvSpPr>
          <p:nvPr>
            <p:ph type="sldNum" sz="quarter" idx="12"/>
          </p:nvPr>
        </p:nvSpPr>
        <p:spPr/>
        <p:txBody>
          <a:bodyPr/>
          <a:lstStyle/>
          <a:p>
            <a:fld id="{D7EDED62-6481-4C98-88DB-411B53205EB6}" type="slidenum">
              <a:rPr lang="en-IN" smtClean="0"/>
              <a:t>‹#›</a:t>
            </a:fld>
            <a:endParaRPr lang="en-IN"/>
          </a:p>
        </p:txBody>
      </p:sp>
    </p:spTree>
    <p:extLst>
      <p:ext uri="{BB962C8B-B14F-4D97-AF65-F5344CB8AC3E}">
        <p14:creationId xmlns:p14="http://schemas.microsoft.com/office/powerpoint/2010/main" val="144359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A2C215-17A5-6010-AFC3-0D8BA5203A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12833F-DE10-0AAB-E93A-DB9CCF24B2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FD090C-0F5D-3A09-C148-A032FE2B022B}"/>
              </a:ext>
            </a:extLst>
          </p:cNvPr>
          <p:cNvSpPr>
            <a:spLocks noGrp="1"/>
          </p:cNvSpPr>
          <p:nvPr>
            <p:ph type="dt" sz="half" idx="10"/>
          </p:nvPr>
        </p:nvSpPr>
        <p:spPr/>
        <p:txBody>
          <a:bodyPr/>
          <a:lstStyle/>
          <a:p>
            <a:fld id="{59A4B2C4-C994-49BE-BB54-6F20B0E9C325}" type="datetimeFigureOut">
              <a:rPr lang="en-IN" smtClean="0"/>
              <a:t>24-11-2025</a:t>
            </a:fld>
            <a:endParaRPr lang="en-IN"/>
          </a:p>
        </p:txBody>
      </p:sp>
      <p:sp>
        <p:nvSpPr>
          <p:cNvPr id="5" name="Footer Placeholder 4">
            <a:extLst>
              <a:ext uri="{FF2B5EF4-FFF2-40B4-BE49-F238E27FC236}">
                <a16:creationId xmlns:a16="http://schemas.microsoft.com/office/drawing/2014/main" id="{C7070644-389E-A18A-A044-72C1AF7907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6BE8DC-E19D-F50E-E470-B0326485DC6B}"/>
              </a:ext>
            </a:extLst>
          </p:cNvPr>
          <p:cNvSpPr>
            <a:spLocks noGrp="1"/>
          </p:cNvSpPr>
          <p:nvPr>
            <p:ph type="sldNum" sz="quarter" idx="12"/>
          </p:nvPr>
        </p:nvSpPr>
        <p:spPr/>
        <p:txBody>
          <a:bodyPr/>
          <a:lstStyle/>
          <a:p>
            <a:fld id="{D7EDED62-6481-4C98-88DB-411B53205EB6}" type="slidenum">
              <a:rPr lang="en-IN" smtClean="0"/>
              <a:t>‹#›</a:t>
            </a:fld>
            <a:endParaRPr lang="en-IN"/>
          </a:p>
        </p:txBody>
      </p:sp>
    </p:spTree>
    <p:extLst>
      <p:ext uri="{BB962C8B-B14F-4D97-AF65-F5344CB8AC3E}">
        <p14:creationId xmlns:p14="http://schemas.microsoft.com/office/powerpoint/2010/main" val="973514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C582F9-1D28-713A-CC1C-B92ADB6760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9A89CC8-E5D6-23E0-8BC6-DE6F2D4F06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C4C48F-4EA6-E1D1-ECC1-06885FE55F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A4B2C4-C994-49BE-BB54-6F20B0E9C325}" type="datetimeFigureOut">
              <a:rPr lang="en-IN" smtClean="0"/>
              <a:t>24-11-2025</a:t>
            </a:fld>
            <a:endParaRPr lang="en-IN"/>
          </a:p>
        </p:txBody>
      </p:sp>
      <p:sp>
        <p:nvSpPr>
          <p:cNvPr id="5" name="Footer Placeholder 4">
            <a:extLst>
              <a:ext uri="{FF2B5EF4-FFF2-40B4-BE49-F238E27FC236}">
                <a16:creationId xmlns:a16="http://schemas.microsoft.com/office/drawing/2014/main" id="{9BFC6EAC-2D97-19A9-7D3C-30C2EE9A54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4EB386D-B022-3370-4578-BA579E24B9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EDED62-6481-4C98-88DB-411B53205EB6}" type="slidenum">
              <a:rPr lang="en-IN" smtClean="0"/>
              <a:t>‹#›</a:t>
            </a:fld>
            <a:endParaRPr lang="en-IN"/>
          </a:p>
        </p:txBody>
      </p:sp>
    </p:spTree>
    <p:extLst>
      <p:ext uri="{BB962C8B-B14F-4D97-AF65-F5344CB8AC3E}">
        <p14:creationId xmlns:p14="http://schemas.microsoft.com/office/powerpoint/2010/main" val="3615682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D5A8D-29A3-87CC-5F20-C6FD34A81E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050BF7-997B-8B5B-3EF1-ACD27F6D1950}"/>
              </a:ext>
            </a:extLst>
          </p:cNvPr>
          <p:cNvSpPr>
            <a:spLocks noGrp="1"/>
          </p:cNvSpPr>
          <p:nvPr>
            <p:ph type="ctrTitle"/>
          </p:nvPr>
        </p:nvSpPr>
        <p:spPr>
          <a:xfrm>
            <a:off x="147484" y="1854201"/>
            <a:ext cx="11828206" cy="574258"/>
          </a:xfrm>
        </p:spPr>
        <p:txBody>
          <a:bodyPr>
            <a:noAutofit/>
          </a:bodyPr>
          <a:lstStyle/>
          <a:p>
            <a:br>
              <a:rPr lang="en-IN" dirty="0">
                <a:solidFill>
                  <a:srgbClr val="0070C0"/>
                </a:solidFill>
              </a:rPr>
            </a:br>
            <a:r>
              <a:rPr lang="en-US" sz="3600" dirty="0">
                <a:solidFill>
                  <a:srgbClr val="0070C0"/>
                </a:solidFill>
              </a:rPr>
              <a:t> </a:t>
            </a:r>
            <a:r>
              <a:rPr lang="en-US" sz="3600" b="1" dirty="0">
                <a:solidFill>
                  <a:srgbClr val="0070C0"/>
                </a:solidFill>
              </a:rPr>
              <a:t>MODELLING AND PARAMETRIC PERFORMANCE ANALYSIS OF AN AEM ELECTROLYSER USING ASPEN PLUS </a:t>
            </a:r>
            <a:endParaRPr lang="en-IN" sz="3600" b="1" u="sng" dirty="0">
              <a:solidFill>
                <a:srgbClr val="0070C0"/>
              </a:solidFill>
            </a:endParaRPr>
          </a:p>
        </p:txBody>
      </p:sp>
      <p:sp>
        <p:nvSpPr>
          <p:cNvPr id="3" name="Subtitle 2">
            <a:extLst>
              <a:ext uri="{FF2B5EF4-FFF2-40B4-BE49-F238E27FC236}">
                <a16:creationId xmlns:a16="http://schemas.microsoft.com/office/drawing/2014/main" id="{62906939-5552-A6C6-2A6A-E7030A8A4D5B}"/>
              </a:ext>
            </a:extLst>
          </p:cNvPr>
          <p:cNvSpPr>
            <a:spLocks noGrp="1"/>
          </p:cNvSpPr>
          <p:nvPr>
            <p:ph type="subTitle" idx="1"/>
          </p:nvPr>
        </p:nvSpPr>
        <p:spPr>
          <a:xfrm>
            <a:off x="2922544" y="3124936"/>
            <a:ext cx="6278085" cy="2319897"/>
          </a:xfrm>
        </p:spPr>
        <p:txBody>
          <a:bodyPr>
            <a:normAutofit fontScale="70000" lnSpcReduction="20000"/>
          </a:bodyPr>
          <a:lstStyle/>
          <a:p>
            <a:r>
              <a:rPr lang="en-IN" sz="3200" b="1" dirty="0"/>
              <a:t>Presented By:</a:t>
            </a:r>
          </a:p>
          <a:p>
            <a:r>
              <a:rPr lang="en-IN" sz="3200" b="1" dirty="0"/>
              <a:t>Ankit Saha</a:t>
            </a:r>
          </a:p>
          <a:p>
            <a:r>
              <a:rPr lang="en-IN" sz="3200" b="1" dirty="0"/>
              <a:t>Under the guidance of:</a:t>
            </a:r>
          </a:p>
          <a:p>
            <a:r>
              <a:rPr lang="en-IN" sz="3200" b="1" dirty="0"/>
              <a:t>Dr. Sourav Mondal</a:t>
            </a:r>
          </a:p>
          <a:p>
            <a:r>
              <a:rPr lang="en-IN" sz="3200" b="1" dirty="0"/>
              <a:t>22CH30004</a:t>
            </a:r>
          </a:p>
          <a:p>
            <a:r>
              <a:rPr lang="en-IN" sz="3200" b="1" dirty="0"/>
              <a:t>Indian Institute of Technology Kharagpur</a:t>
            </a:r>
          </a:p>
        </p:txBody>
      </p:sp>
      <p:sp>
        <p:nvSpPr>
          <p:cNvPr id="4" name="TextBox 3">
            <a:extLst>
              <a:ext uri="{FF2B5EF4-FFF2-40B4-BE49-F238E27FC236}">
                <a16:creationId xmlns:a16="http://schemas.microsoft.com/office/drawing/2014/main" id="{432B080C-32FC-5F26-F7DD-47535EFC2B65}"/>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3AD344A0-4085-02B9-AEA6-40B332DA316E}"/>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8493E2AA-0D6C-8B57-7239-BAAEABE4BF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EC9E2925-130E-8622-7251-A60F2BC1B5D5}"/>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D7DFEF80-BABE-D188-F2EC-6DFB74C859B9}"/>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a:t>
            </a:r>
          </a:p>
        </p:txBody>
      </p:sp>
    </p:spTree>
    <p:extLst>
      <p:ext uri="{BB962C8B-B14F-4D97-AF65-F5344CB8AC3E}">
        <p14:creationId xmlns:p14="http://schemas.microsoft.com/office/powerpoint/2010/main" val="1306944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F297D-09CF-DE63-431D-D8701C4CD6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D1D3E6-62F5-E7B4-2FB1-7CCC83C8D271}"/>
              </a:ext>
            </a:extLst>
          </p:cNvPr>
          <p:cNvSpPr>
            <a:spLocks noGrp="1"/>
          </p:cNvSpPr>
          <p:nvPr>
            <p:ph type="ctrTitle"/>
          </p:nvPr>
        </p:nvSpPr>
        <p:spPr>
          <a:xfrm>
            <a:off x="147484" y="1854201"/>
            <a:ext cx="11828206" cy="574258"/>
          </a:xfrm>
        </p:spPr>
        <p:txBody>
          <a:bodyPr>
            <a:noAutofit/>
          </a:bodyPr>
          <a:lstStyle/>
          <a:p>
            <a:r>
              <a:rPr lang="en-US" sz="4400" b="1" u="sng" dirty="0">
                <a:solidFill>
                  <a:srgbClr val="0070C0"/>
                </a:solidFill>
              </a:rPr>
              <a:t>ACKNOWLEDGEMENT</a:t>
            </a:r>
            <a:endParaRPr lang="en-IN" sz="4400" b="1" u="sng" dirty="0">
              <a:solidFill>
                <a:srgbClr val="0070C0"/>
              </a:solidFill>
            </a:endParaRPr>
          </a:p>
        </p:txBody>
      </p:sp>
      <p:sp>
        <p:nvSpPr>
          <p:cNvPr id="4" name="TextBox 3">
            <a:extLst>
              <a:ext uri="{FF2B5EF4-FFF2-40B4-BE49-F238E27FC236}">
                <a16:creationId xmlns:a16="http://schemas.microsoft.com/office/drawing/2014/main" id="{8F334970-EDCA-4F10-AE28-7C962C53BBAD}"/>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4FC9AEDB-09D6-0AA1-BBD9-B47668B51A89}"/>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01AB71A7-0FAB-6E7D-8AFC-0DBF96B44B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19618880-D42E-2C37-4536-E635581F7BED}"/>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490C3B06-B319-B293-CABF-B755BD920346}"/>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14" name="Rectangle 2">
            <a:extLst>
              <a:ext uri="{FF2B5EF4-FFF2-40B4-BE49-F238E27FC236}">
                <a16:creationId xmlns:a16="http://schemas.microsoft.com/office/drawing/2014/main" id="{1E51FEAD-D5C4-784A-4E99-94EB124E15DF}"/>
              </a:ext>
            </a:extLst>
          </p:cNvPr>
          <p:cNvSpPr>
            <a:spLocks noGrp="1" noChangeArrowheads="1"/>
          </p:cNvSpPr>
          <p:nvPr>
            <p:ph type="subTitle" idx="1"/>
          </p:nvPr>
        </p:nvSpPr>
        <p:spPr bwMode="auto">
          <a:xfrm>
            <a:off x="560388" y="2803476"/>
            <a:ext cx="1117094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 am grateful to </a:t>
            </a:r>
            <a:r>
              <a:rPr kumimoji="0" lang="en-US" altLang="en-US" b="1" i="0" u="none" strike="noStrike" cap="none" normalizeH="0" baseline="0" dirty="0">
                <a:ln>
                  <a:noFill/>
                </a:ln>
                <a:solidFill>
                  <a:schemeClr val="tx1"/>
                </a:solidFill>
                <a:effectLst/>
                <a:latin typeface="Arial" panose="020B0604020202020204" pitchFamily="34" charset="0"/>
              </a:rPr>
              <a:t>Prof. Sourav Mondal </a:t>
            </a:r>
            <a:r>
              <a:rPr kumimoji="0" lang="en-US" altLang="en-US" b="0" i="0" u="none" strike="noStrike" cap="none" normalizeH="0" baseline="0" dirty="0">
                <a:ln>
                  <a:noFill/>
                </a:ln>
                <a:solidFill>
                  <a:schemeClr val="tx1"/>
                </a:solidFill>
                <a:effectLst/>
                <a:latin typeface="Arial" panose="020B0604020202020204" pitchFamily="34" charset="0"/>
              </a:rPr>
              <a:t>for his continuous guidance and support during my BTP project.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 sincerely thank </a:t>
            </a:r>
            <a:r>
              <a:rPr kumimoji="0" lang="en-US" altLang="en-US" b="1" i="0" u="none" strike="noStrike" cap="none" normalizeH="0" baseline="0" dirty="0">
                <a:ln>
                  <a:noFill/>
                </a:ln>
                <a:solidFill>
                  <a:schemeClr val="tx1"/>
                </a:solidFill>
                <a:effectLst/>
                <a:latin typeface="Arial" panose="020B0604020202020204" pitchFamily="34" charset="0"/>
              </a:rPr>
              <a:t>Mr. Rajeev Ranjan </a:t>
            </a:r>
            <a:r>
              <a:rPr kumimoji="0" lang="en-US" altLang="en-US" b="0" i="0" u="none" strike="noStrike" cap="none" normalizeH="0" baseline="0" dirty="0">
                <a:ln>
                  <a:noFill/>
                </a:ln>
                <a:solidFill>
                  <a:schemeClr val="tx1"/>
                </a:solidFill>
                <a:effectLst/>
                <a:latin typeface="Arial" panose="020B0604020202020204" pitchFamily="34" charset="0"/>
              </a:rPr>
              <a:t>for helping me at every stage and with every problem during the AWE model preparation in Aspen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 appreciate the support from the department and all who assisted me in completing this work.</a:t>
            </a:r>
          </a:p>
        </p:txBody>
      </p:sp>
    </p:spTree>
    <p:extLst>
      <p:ext uri="{BB962C8B-B14F-4D97-AF65-F5344CB8AC3E}">
        <p14:creationId xmlns:p14="http://schemas.microsoft.com/office/powerpoint/2010/main" val="193597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D94A6-3485-AF75-49B1-EA341C1C4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EE3A7-674C-9C67-5486-58152930FCE1}"/>
              </a:ext>
            </a:extLst>
          </p:cNvPr>
          <p:cNvSpPr>
            <a:spLocks noGrp="1"/>
          </p:cNvSpPr>
          <p:nvPr>
            <p:ph type="ctrTitle"/>
          </p:nvPr>
        </p:nvSpPr>
        <p:spPr>
          <a:xfrm>
            <a:off x="147484" y="1854201"/>
            <a:ext cx="11828206" cy="574258"/>
          </a:xfrm>
        </p:spPr>
        <p:txBody>
          <a:bodyPr>
            <a:noAutofit/>
          </a:bodyPr>
          <a:lstStyle/>
          <a:p>
            <a:r>
              <a:rPr lang="en-US" sz="4400" b="1" u="sng" dirty="0">
                <a:solidFill>
                  <a:srgbClr val="0070C0"/>
                </a:solidFill>
              </a:rPr>
              <a:t>INTRODUCTION</a:t>
            </a:r>
            <a:endParaRPr lang="en-IN" sz="4400" b="1" u="sng" dirty="0">
              <a:solidFill>
                <a:srgbClr val="0070C0"/>
              </a:solidFill>
            </a:endParaRPr>
          </a:p>
        </p:txBody>
      </p:sp>
      <p:sp>
        <p:nvSpPr>
          <p:cNvPr id="3" name="Subtitle 2">
            <a:extLst>
              <a:ext uri="{FF2B5EF4-FFF2-40B4-BE49-F238E27FC236}">
                <a16:creationId xmlns:a16="http://schemas.microsoft.com/office/drawing/2014/main" id="{FFA5102F-3F02-3F44-F00E-9405CEF7CF94}"/>
              </a:ext>
            </a:extLst>
          </p:cNvPr>
          <p:cNvSpPr>
            <a:spLocks noGrp="1"/>
          </p:cNvSpPr>
          <p:nvPr>
            <p:ph type="subTitle" idx="1"/>
          </p:nvPr>
        </p:nvSpPr>
        <p:spPr>
          <a:xfrm>
            <a:off x="560437" y="2462363"/>
            <a:ext cx="6278085" cy="2990886"/>
          </a:xfrm>
        </p:spPr>
        <p:txBody>
          <a:bodyPr>
            <a:normAutofit fontScale="47500" lnSpcReduction="20000"/>
          </a:bodyPr>
          <a:lstStyle/>
          <a:p>
            <a:pPr algn="l"/>
            <a:r>
              <a:rPr lang="en-IN" sz="3200" b="1" dirty="0"/>
              <a:t>Alkaline Water Electrolyser (AWE)</a:t>
            </a:r>
          </a:p>
          <a:p>
            <a:pPr marL="457200" indent="-457200" algn="l">
              <a:buFont typeface="Arial" panose="020B0604020202020204" pitchFamily="34" charset="0"/>
              <a:buChar char="•"/>
            </a:pPr>
            <a:r>
              <a:rPr lang="en-IN" sz="3200" dirty="0"/>
              <a:t>Mature and low-cost technology</a:t>
            </a:r>
          </a:p>
          <a:p>
            <a:pPr marL="457200" indent="-457200" algn="l">
              <a:buFont typeface="Arial" panose="020B0604020202020204" pitchFamily="34" charset="0"/>
              <a:buChar char="•"/>
            </a:pPr>
            <a:r>
              <a:rPr lang="en-IN" sz="3200" dirty="0"/>
              <a:t>Uses concentrated KOH → corrosion, gas crossover</a:t>
            </a:r>
          </a:p>
          <a:p>
            <a:pPr marL="457200" indent="-457200" algn="l">
              <a:buFont typeface="Arial" panose="020B0604020202020204" pitchFamily="34" charset="0"/>
              <a:buChar char="•"/>
            </a:pPr>
            <a:r>
              <a:rPr lang="en-IN" sz="3200" dirty="0"/>
              <a:t>Limited current densities, diaphragm-based gas separation</a:t>
            </a:r>
          </a:p>
          <a:p>
            <a:pPr algn="l"/>
            <a:r>
              <a:rPr lang="en-IN" sz="3200" b="1" dirty="0"/>
              <a:t>Anion Exchange Membrane (AEM) Electrolyser</a:t>
            </a:r>
          </a:p>
          <a:p>
            <a:pPr marL="457200" indent="-457200" algn="l">
              <a:buFont typeface="Arial" panose="020B0604020202020204" pitchFamily="34" charset="0"/>
              <a:buChar char="•"/>
            </a:pPr>
            <a:r>
              <a:rPr lang="en-IN" sz="3200" dirty="0"/>
              <a:t>Operates in alkaline mode but uses a </a:t>
            </a:r>
            <a:r>
              <a:rPr lang="en-IN" sz="3200" b="1" dirty="0"/>
              <a:t>solid polymer membrane</a:t>
            </a:r>
            <a:endParaRPr lang="en-IN" sz="3200" dirty="0"/>
          </a:p>
          <a:p>
            <a:pPr marL="457200" indent="-457200" algn="l">
              <a:buFont typeface="Arial" panose="020B0604020202020204" pitchFamily="34" charset="0"/>
              <a:buChar char="•"/>
            </a:pPr>
            <a:r>
              <a:rPr lang="en-IN" sz="3200" dirty="0"/>
              <a:t>Enables </a:t>
            </a:r>
            <a:r>
              <a:rPr lang="en-IN" sz="3200" b="1" dirty="0"/>
              <a:t>non-precious catalysts</a:t>
            </a:r>
            <a:r>
              <a:rPr lang="en-IN" sz="3200" dirty="0"/>
              <a:t>, better gas purity, and reduced crossover</a:t>
            </a:r>
          </a:p>
          <a:p>
            <a:pPr marL="457200" indent="-457200" algn="l">
              <a:buFont typeface="Arial" panose="020B0604020202020204" pitchFamily="34" charset="0"/>
              <a:buChar char="•"/>
            </a:pPr>
            <a:r>
              <a:rPr lang="en-IN" sz="3200" dirty="0"/>
              <a:t>Ideal for decentralised, renewable-powered hydrogen systems</a:t>
            </a:r>
          </a:p>
          <a:p>
            <a:pPr marL="457200" indent="-457200" algn="l">
              <a:buFont typeface="Arial" panose="020B0604020202020204" pitchFamily="34" charset="0"/>
              <a:buChar char="•"/>
            </a:pPr>
            <a:r>
              <a:rPr lang="en-IN" sz="3200" dirty="0"/>
              <a:t>Challenges: membrane conductivity, durability, long-term stability</a:t>
            </a:r>
          </a:p>
          <a:p>
            <a:endParaRPr lang="en-US" sz="3200" dirty="0"/>
          </a:p>
        </p:txBody>
      </p:sp>
      <p:sp>
        <p:nvSpPr>
          <p:cNvPr id="4" name="TextBox 3">
            <a:extLst>
              <a:ext uri="{FF2B5EF4-FFF2-40B4-BE49-F238E27FC236}">
                <a16:creationId xmlns:a16="http://schemas.microsoft.com/office/drawing/2014/main" id="{E85C42A7-6FD6-C35C-FE9E-2B78B3AC5069}"/>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D044338F-0226-F503-0277-C99A1A3DD7BA}"/>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9D9585DD-ABF5-BDF5-C8FF-64E3C35171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D3E2E3EF-0812-B878-FC06-9EFB1CA60F50}"/>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2AC99630-D11F-D461-13FE-AA3F531A5D3D}"/>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pic>
        <p:nvPicPr>
          <p:cNvPr id="9" name="Picture 8">
            <a:extLst>
              <a:ext uri="{FF2B5EF4-FFF2-40B4-BE49-F238E27FC236}">
                <a16:creationId xmlns:a16="http://schemas.microsoft.com/office/drawing/2014/main" id="{CBE249DA-A217-57EE-609D-17CE35DE9606}"/>
              </a:ext>
            </a:extLst>
          </p:cNvPr>
          <p:cNvPicPr>
            <a:picLocks noChangeAspect="1"/>
          </p:cNvPicPr>
          <p:nvPr/>
        </p:nvPicPr>
        <p:blipFill>
          <a:blip r:embed="rId3"/>
          <a:stretch>
            <a:fillRect/>
          </a:stretch>
        </p:blipFill>
        <p:spPr>
          <a:xfrm>
            <a:off x="6738718" y="2563702"/>
            <a:ext cx="5453282" cy="3580566"/>
          </a:xfrm>
          <a:prstGeom prst="rect">
            <a:avLst/>
          </a:prstGeom>
        </p:spPr>
      </p:pic>
    </p:spTree>
    <p:extLst>
      <p:ext uri="{BB962C8B-B14F-4D97-AF65-F5344CB8AC3E}">
        <p14:creationId xmlns:p14="http://schemas.microsoft.com/office/powerpoint/2010/main" val="982996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25F0-6671-F380-E7E3-19377B9D1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23C1D8-633C-7731-D6B2-91BA3A4BA143}"/>
              </a:ext>
            </a:extLst>
          </p:cNvPr>
          <p:cNvSpPr>
            <a:spLocks noGrp="1"/>
          </p:cNvSpPr>
          <p:nvPr>
            <p:ph type="ctrTitle"/>
          </p:nvPr>
        </p:nvSpPr>
        <p:spPr>
          <a:xfrm>
            <a:off x="181897" y="1264520"/>
            <a:ext cx="11828206" cy="574258"/>
          </a:xfrm>
        </p:spPr>
        <p:txBody>
          <a:bodyPr>
            <a:noAutofit/>
          </a:bodyPr>
          <a:lstStyle/>
          <a:p>
            <a:r>
              <a:rPr lang="en-US" sz="4400" b="1" u="sng" dirty="0">
                <a:solidFill>
                  <a:srgbClr val="0070C0"/>
                </a:solidFill>
              </a:rPr>
              <a:t>INTRODUCTION</a:t>
            </a:r>
            <a:endParaRPr lang="en-IN" sz="4400" b="1" u="sng" dirty="0">
              <a:solidFill>
                <a:srgbClr val="0070C0"/>
              </a:solidFill>
            </a:endParaRPr>
          </a:p>
        </p:txBody>
      </p:sp>
      <p:sp>
        <p:nvSpPr>
          <p:cNvPr id="3" name="Subtitle 2">
            <a:extLst>
              <a:ext uri="{FF2B5EF4-FFF2-40B4-BE49-F238E27FC236}">
                <a16:creationId xmlns:a16="http://schemas.microsoft.com/office/drawing/2014/main" id="{D756E629-9DFB-2B35-050B-84A5FEA1DAF4}"/>
              </a:ext>
            </a:extLst>
          </p:cNvPr>
          <p:cNvSpPr>
            <a:spLocks noGrp="1"/>
          </p:cNvSpPr>
          <p:nvPr>
            <p:ph type="subTitle" idx="1"/>
          </p:nvPr>
        </p:nvSpPr>
        <p:spPr>
          <a:xfrm>
            <a:off x="2677995" y="1933557"/>
            <a:ext cx="6278085" cy="2990886"/>
          </a:xfrm>
        </p:spPr>
        <p:txBody>
          <a:bodyPr>
            <a:normAutofit/>
          </a:bodyPr>
          <a:lstStyle/>
          <a:p>
            <a:r>
              <a:rPr lang="en-US" sz="3200" dirty="0"/>
              <a:t>Key Differences</a:t>
            </a:r>
          </a:p>
        </p:txBody>
      </p:sp>
      <p:sp>
        <p:nvSpPr>
          <p:cNvPr id="4" name="TextBox 3">
            <a:extLst>
              <a:ext uri="{FF2B5EF4-FFF2-40B4-BE49-F238E27FC236}">
                <a16:creationId xmlns:a16="http://schemas.microsoft.com/office/drawing/2014/main" id="{4C641299-DD5B-F6F1-1D3A-E51A695C268A}"/>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633EB48A-B337-B7F7-C97E-6A290C68A51B}"/>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C38C31E8-F006-4840-6669-A8565392D6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50D14945-C2A1-8D3A-3B20-213E5FD46522}"/>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7C55AC1D-78C6-B3AE-0F11-450678E9E0B7}"/>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a:t>
            </a:r>
          </a:p>
        </p:txBody>
      </p:sp>
      <p:graphicFrame>
        <p:nvGraphicFramePr>
          <p:cNvPr id="8" name="Table 7">
            <a:extLst>
              <a:ext uri="{FF2B5EF4-FFF2-40B4-BE49-F238E27FC236}">
                <a16:creationId xmlns:a16="http://schemas.microsoft.com/office/drawing/2014/main" id="{4902C562-05F6-FFE0-33B0-C7E1795C8959}"/>
              </a:ext>
            </a:extLst>
          </p:cNvPr>
          <p:cNvGraphicFramePr>
            <a:graphicFrameLocks noGrp="1"/>
          </p:cNvGraphicFramePr>
          <p:nvPr>
            <p:extLst>
              <p:ext uri="{D42A27DB-BD31-4B8C-83A1-F6EECF244321}">
                <p14:modId xmlns:p14="http://schemas.microsoft.com/office/powerpoint/2010/main" val="4215175265"/>
              </p:ext>
            </p:extLst>
          </p:nvPr>
        </p:nvGraphicFramePr>
        <p:xfrm>
          <a:off x="2204063" y="2352035"/>
          <a:ext cx="8127999" cy="3724799"/>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628686948"/>
                    </a:ext>
                  </a:extLst>
                </a:gridCol>
                <a:gridCol w="2709333">
                  <a:extLst>
                    <a:ext uri="{9D8B030D-6E8A-4147-A177-3AD203B41FA5}">
                      <a16:colId xmlns:a16="http://schemas.microsoft.com/office/drawing/2014/main" val="3118412516"/>
                    </a:ext>
                  </a:extLst>
                </a:gridCol>
                <a:gridCol w="2709333">
                  <a:extLst>
                    <a:ext uri="{9D8B030D-6E8A-4147-A177-3AD203B41FA5}">
                      <a16:colId xmlns:a16="http://schemas.microsoft.com/office/drawing/2014/main" val="67563505"/>
                    </a:ext>
                  </a:extLst>
                </a:gridCol>
              </a:tblGrid>
              <a:tr h="387239">
                <a:tc>
                  <a:txBody>
                    <a:bodyPr/>
                    <a:lstStyle/>
                    <a:p>
                      <a:pPr>
                        <a:buNone/>
                      </a:pPr>
                      <a:r>
                        <a:rPr lang="en-IN" b="1" dirty="0"/>
                        <a:t>Parameter</a:t>
                      </a:r>
                      <a:endParaRPr lang="en-IN" dirty="0"/>
                    </a:p>
                  </a:txBody>
                  <a:tcPr anchor="ctr"/>
                </a:tc>
                <a:tc>
                  <a:txBody>
                    <a:bodyPr/>
                    <a:lstStyle/>
                    <a:p>
                      <a:pPr>
                        <a:buNone/>
                      </a:pPr>
                      <a:r>
                        <a:rPr lang="en-IN" b="1" dirty="0"/>
                        <a:t>AWE</a:t>
                      </a:r>
                      <a:endParaRPr lang="en-IN" dirty="0"/>
                    </a:p>
                  </a:txBody>
                  <a:tcPr anchor="ctr"/>
                </a:tc>
                <a:tc>
                  <a:txBody>
                    <a:bodyPr/>
                    <a:lstStyle/>
                    <a:p>
                      <a:pPr>
                        <a:buNone/>
                      </a:pPr>
                      <a:r>
                        <a:rPr lang="en-IN" b="1"/>
                        <a:t>AEM</a:t>
                      </a:r>
                      <a:endParaRPr lang="en-IN"/>
                    </a:p>
                  </a:txBody>
                  <a:tcPr anchor="ctr"/>
                </a:tc>
                <a:extLst>
                  <a:ext uri="{0D108BD9-81ED-4DB2-BD59-A6C34878D82A}">
                    <a16:rowId xmlns:a16="http://schemas.microsoft.com/office/drawing/2014/main" val="1336817833"/>
                  </a:ext>
                </a:extLst>
              </a:tr>
              <a:tr h="370840">
                <a:tc>
                  <a:txBody>
                    <a:bodyPr/>
                    <a:lstStyle/>
                    <a:p>
                      <a:pPr>
                        <a:buNone/>
                      </a:pPr>
                      <a:r>
                        <a:rPr lang="en-IN"/>
                        <a:t>Electrolyte</a:t>
                      </a:r>
                    </a:p>
                  </a:txBody>
                  <a:tcPr anchor="ctr"/>
                </a:tc>
                <a:tc>
                  <a:txBody>
                    <a:bodyPr/>
                    <a:lstStyle/>
                    <a:p>
                      <a:pPr>
                        <a:buNone/>
                      </a:pPr>
                      <a:r>
                        <a:rPr lang="en-IN"/>
                        <a:t>20–40 wt% KOH</a:t>
                      </a:r>
                    </a:p>
                  </a:txBody>
                  <a:tcPr anchor="ctr"/>
                </a:tc>
                <a:tc>
                  <a:txBody>
                    <a:bodyPr/>
                    <a:lstStyle/>
                    <a:p>
                      <a:pPr>
                        <a:buNone/>
                      </a:pPr>
                      <a:r>
                        <a:rPr lang="en-IN" dirty="0"/>
                        <a:t>0–1 M KOH</a:t>
                      </a:r>
                    </a:p>
                  </a:txBody>
                  <a:tcPr anchor="ctr"/>
                </a:tc>
                <a:extLst>
                  <a:ext uri="{0D108BD9-81ED-4DB2-BD59-A6C34878D82A}">
                    <a16:rowId xmlns:a16="http://schemas.microsoft.com/office/drawing/2014/main" val="827868205"/>
                  </a:ext>
                </a:extLst>
              </a:tr>
              <a:tr h="370840">
                <a:tc>
                  <a:txBody>
                    <a:bodyPr/>
                    <a:lstStyle/>
                    <a:p>
                      <a:pPr>
                        <a:buNone/>
                      </a:pPr>
                      <a:r>
                        <a:rPr lang="en-IN"/>
                        <a:t>Cathode</a:t>
                      </a:r>
                    </a:p>
                  </a:txBody>
                  <a:tcPr anchor="ctr"/>
                </a:tc>
                <a:tc>
                  <a:txBody>
                    <a:bodyPr/>
                    <a:lstStyle/>
                    <a:p>
                      <a:pPr>
                        <a:buNone/>
                      </a:pPr>
                      <a:r>
                        <a:rPr lang="en-IN" dirty="0"/>
                        <a:t>Ni, Ni–Mo</a:t>
                      </a:r>
                    </a:p>
                  </a:txBody>
                  <a:tcPr anchor="ctr"/>
                </a:tc>
                <a:tc>
                  <a:txBody>
                    <a:bodyPr/>
                    <a:lstStyle/>
                    <a:p>
                      <a:pPr>
                        <a:buNone/>
                      </a:pPr>
                      <a:r>
                        <a:rPr lang="en-IN"/>
                        <a:t>Ni alloys</a:t>
                      </a:r>
                    </a:p>
                  </a:txBody>
                  <a:tcPr anchor="ctr"/>
                </a:tc>
                <a:extLst>
                  <a:ext uri="{0D108BD9-81ED-4DB2-BD59-A6C34878D82A}">
                    <a16:rowId xmlns:a16="http://schemas.microsoft.com/office/drawing/2014/main" val="4166782536"/>
                  </a:ext>
                </a:extLst>
              </a:tr>
              <a:tr h="370840">
                <a:tc>
                  <a:txBody>
                    <a:bodyPr/>
                    <a:lstStyle/>
                    <a:p>
                      <a:pPr>
                        <a:buNone/>
                      </a:pPr>
                      <a:r>
                        <a:rPr lang="en-IN"/>
                        <a:t>Anode</a:t>
                      </a:r>
                    </a:p>
                  </a:txBody>
                  <a:tcPr anchor="ctr"/>
                </a:tc>
                <a:tc>
                  <a:txBody>
                    <a:bodyPr/>
                    <a:lstStyle/>
                    <a:p>
                      <a:pPr>
                        <a:buNone/>
                      </a:pPr>
                      <a:r>
                        <a:rPr lang="en-IN"/>
                        <a:t>Ni–Co alloys</a:t>
                      </a:r>
                    </a:p>
                  </a:txBody>
                  <a:tcPr anchor="ctr"/>
                </a:tc>
                <a:tc>
                  <a:txBody>
                    <a:bodyPr/>
                    <a:lstStyle/>
                    <a:p>
                      <a:pPr>
                        <a:buNone/>
                      </a:pPr>
                      <a:r>
                        <a:rPr lang="en-IN"/>
                        <a:t>Ni/Fe/Co oxides</a:t>
                      </a:r>
                    </a:p>
                  </a:txBody>
                  <a:tcPr anchor="ctr"/>
                </a:tc>
                <a:extLst>
                  <a:ext uri="{0D108BD9-81ED-4DB2-BD59-A6C34878D82A}">
                    <a16:rowId xmlns:a16="http://schemas.microsoft.com/office/drawing/2014/main" val="1891728707"/>
                  </a:ext>
                </a:extLst>
              </a:tr>
              <a:tr h="370840">
                <a:tc>
                  <a:txBody>
                    <a:bodyPr/>
                    <a:lstStyle/>
                    <a:p>
                      <a:pPr>
                        <a:buNone/>
                      </a:pPr>
                      <a:r>
                        <a:rPr lang="en-IN"/>
                        <a:t>Separator</a:t>
                      </a:r>
                    </a:p>
                  </a:txBody>
                  <a:tcPr anchor="ctr"/>
                </a:tc>
                <a:tc>
                  <a:txBody>
                    <a:bodyPr/>
                    <a:lstStyle/>
                    <a:p>
                      <a:pPr>
                        <a:buNone/>
                      </a:pPr>
                      <a:r>
                        <a:rPr lang="en-IN"/>
                        <a:t>Diaphragm (~500 µm)</a:t>
                      </a:r>
                    </a:p>
                  </a:txBody>
                  <a:tcPr anchor="ctr"/>
                </a:tc>
                <a:tc>
                  <a:txBody>
                    <a:bodyPr/>
                    <a:lstStyle/>
                    <a:p>
                      <a:pPr>
                        <a:buNone/>
                      </a:pPr>
                      <a:r>
                        <a:rPr lang="en-IN"/>
                        <a:t>AEM (20–100 µm)</a:t>
                      </a:r>
                    </a:p>
                  </a:txBody>
                  <a:tcPr anchor="ctr"/>
                </a:tc>
                <a:extLst>
                  <a:ext uri="{0D108BD9-81ED-4DB2-BD59-A6C34878D82A}">
                    <a16:rowId xmlns:a16="http://schemas.microsoft.com/office/drawing/2014/main" val="2792302487"/>
                  </a:ext>
                </a:extLst>
              </a:tr>
              <a:tr h="370840">
                <a:tc>
                  <a:txBody>
                    <a:bodyPr/>
                    <a:lstStyle/>
                    <a:p>
                      <a:pPr>
                        <a:buNone/>
                      </a:pPr>
                      <a:r>
                        <a:rPr lang="en-IN"/>
                        <a:t>Current Density</a:t>
                      </a:r>
                    </a:p>
                  </a:txBody>
                  <a:tcPr anchor="ctr"/>
                </a:tc>
                <a:tc>
                  <a:txBody>
                    <a:bodyPr/>
                    <a:lstStyle/>
                    <a:p>
                      <a:pPr>
                        <a:buNone/>
                      </a:pPr>
                      <a:r>
                        <a:rPr lang="en-IN"/>
                        <a:t>0.2–0.4 A/cm²</a:t>
                      </a:r>
                    </a:p>
                  </a:txBody>
                  <a:tcPr anchor="ctr"/>
                </a:tc>
                <a:tc>
                  <a:txBody>
                    <a:bodyPr/>
                    <a:lstStyle/>
                    <a:p>
                      <a:pPr>
                        <a:buNone/>
                      </a:pPr>
                      <a:r>
                        <a:rPr lang="en-IN"/>
                        <a:t>0.2–1.0 A/cm²</a:t>
                      </a:r>
                    </a:p>
                  </a:txBody>
                  <a:tcPr anchor="ctr"/>
                </a:tc>
                <a:extLst>
                  <a:ext uri="{0D108BD9-81ED-4DB2-BD59-A6C34878D82A}">
                    <a16:rowId xmlns:a16="http://schemas.microsoft.com/office/drawing/2014/main" val="2828748643"/>
                  </a:ext>
                </a:extLst>
              </a:tr>
              <a:tr h="370840">
                <a:tc>
                  <a:txBody>
                    <a:bodyPr/>
                    <a:lstStyle/>
                    <a:p>
                      <a:pPr>
                        <a:buNone/>
                      </a:pPr>
                      <a:r>
                        <a:rPr lang="en-IN"/>
                        <a:t>Cell Voltage</a:t>
                      </a:r>
                    </a:p>
                  </a:txBody>
                  <a:tcPr anchor="ctr"/>
                </a:tc>
                <a:tc>
                  <a:txBody>
                    <a:bodyPr/>
                    <a:lstStyle/>
                    <a:p>
                      <a:pPr>
                        <a:buNone/>
                      </a:pPr>
                      <a:r>
                        <a:rPr lang="en-IN"/>
                        <a:t>1.8–2.4 V</a:t>
                      </a:r>
                    </a:p>
                  </a:txBody>
                  <a:tcPr anchor="ctr"/>
                </a:tc>
                <a:tc>
                  <a:txBody>
                    <a:bodyPr/>
                    <a:lstStyle/>
                    <a:p>
                      <a:pPr>
                        <a:buNone/>
                      </a:pPr>
                      <a:r>
                        <a:rPr lang="en-IN"/>
                        <a:t>1.8–2.2 V</a:t>
                      </a:r>
                    </a:p>
                  </a:txBody>
                  <a:tcPr anchor="ctr"/>
                </a:tc>
                <a:extLst>
                  <a:ext uri="{0D108BD9-81ED-4DB2-BD59-A6C34878D82A}">
                    <a16:rowId xmlns:a16="http://schemas.microsoft.com/office/drawing/2014/main" val="3125596661"/>
                  </a:ext>
                </a:extLst>
              </a:tr>
              <a:tr h="370840">
                <a:tc>
                  <a:txBody>
                    <a:bodyPr/>
                    <a:lstStyle/>
                    <a:p>
                      <a:pPr>
                        <a:buNone/>
                      </a:pPr>
                      <a:r>
                        <a:rPr lang="en-IN"/>
                        <a:t>Temperature</a:t>
                      </a:r>
                    </a:p>
                  </a:txBody>
                  <a:tcPr anchor="ctr"/>
                </a:tc>
                <a:tc>
                  <a:txBody>
                    <a:bodyPr/>
                    <a:lstStyle/>
                    <a:p>
                      <a:pPr>
                        <a:buNone/>
                      </a:pPr>
                      <a:r>
                        <a:rPr lang="en-IN"/>
                        <a:t>60–80 °C</a:t>
                      </a:r>
                    </a:p>
                  </a:txBody>
                  <a:tcPr anchor="ctr"/>
                </a:tc>
                <a:tc>
                  <a:txBody>
                    <a:bodyPr/>
                    <a:lstStyle/>
                    <a:p>
                      <a:pPr>
                        <a:buNone/>
                      </a:pPr>
                      <a:r>
                        <a:rPr lang="en-IN"/>
                        <a:t>50–60 °C</a:t>
                      </a:r>
                    </a:p>
                  </a:txBody>
                  <a:tcPr anchor="ctr"/>
                </a:tc>
                <a:extLst>
                  <a:ext uri="{0D108BD9-81ED-4DB2-BD59-A6C34878D82A}">
                    <a16:rowId xmlns:a16="http://schemas.microsoft.com/office/drawing/2014/main" val="4159204629"/>
                  </a:ext>
                </a:extLst>
              </a:tr>
              <a:tr h="370840">
                <a:tc>
                  <a:txBody>
                    <a:bodyPr/>
                    <a:lstStyle/>
                    <a:p>
                      <a:pPr>
                        <a:buNone/>
                      </a:pPr>
                      <a:r>
                        <a:rPr lang="en-IN"/>
                        <a:t>H₂ Purity</a:t>
                      </a:r>
                    </a:p>
                  </a:txBody>
                  <a:tcPr anchor="ctr"/>
                </a:tc>
                <a:tc>
                  <a:txBody>
                    <a:bodyPr/>
                    <a:lstStyle/>
                    <a:p>
                      <a:pPr>
                        <a:buNone/>
                      </a:pPr>
                      <a:r>
                        <a:rPr lang="en-IN"/>
                        <a:t>&gt;99.5%</a:t>
                      </a:r>
                    </a:p>
                  </a:txBody>
                  <a:tcPr anchor="ctr"/>
                </a:tc>
                <a:tc>
                  <a:txBody>
                    <a:bodyPr/>
                    <a:lstStyle/>
                    <a:p>
                      <a:pPr>
                        <a:buNone/>
                      </a:pPr>
                      <a:r>
                        <a:rPr lang="en-IN"/>
                        <a:t>&gt;99.99%</a:t>
                      </a:r>
                    </a:p>
                  </a:txBody>
                  <a:tcPr anchor="ctr"/>
                </a:tc>
                <a:extLst>
                  <a:ext uri="{0D108BD9-81ED-4DB2-BD59-A6C34878D82A}">
                    <a16:rowId xmlns:a16="http://schemas.microsoft.com/office/drawing/2014/main" val="3329381481"/>
                  </a:ext>
                </a:extLst>
              </a:tr>
              <a:tr h="370840">
                <a:tc>
                  <a:txBody>
                    <a:bodyPr/>
                    <a:lstStyle/>
                    <a:p>
                      <a:pPr>
                        <a:buNone/>
                      </a:pPr>
                      <a:r>
                        <a:rPr lang="en-IN"/>
                        <a:t>Technology Status</a:t>
                      </a:r>
                    </a:p>
                  </a:txBody>
                  <a:tcPr anchor="ctr"/>
                </a:tc>
                <a:tc>
                  <a:txBody>
                    <a:bodyPr/>
                    <a:lstStyle/>
                    <a:p>
                      <a:pPr>
                        <a:buNone/>
                      </a:pPr>
                      <a:r>
                        <a:rPr lang="en-IN" dirty="0"/>
                        <a:t>Mature</a:t>
                      </a:r>
                    </a:p>
                  </a:txBody>
                  <a:tcPr anchor="ctr"/>
                </a:tc>
                <a:tc>
                  <a:txBody>
                    <a:bodyPr/>
                    <a:lstStyle/>
                    <a:p>
                      <a:pPr>
                        <a:buNone/>
                      </a:pPr>
                      <a:r>
                        <a:rPr lang="en-IN" dirty="0"/>
                        <a:t>Emerging</a:t>
                      </a:r>
                    </a:p>
                  </a:txBody>
                  <a:tcPr anchor="ctr"/>
                </a:tc>
                <a:extLst>
                  <a:ext uri="{0D108BD9-81ED-4DB2-BD59-A6C34878D82A}">
                    <a16:rowId xmlns:a16="http://schemas.microsoft.com/office/drawing/2014/main" val="3503726789"/>
                  </a:ext>
                </a:extLst>
              </a:tr>
            </a:tbl>
          </a:graphicData>
        </a:graphic>
      </p:graphicFrame>
    </p:spTree>
    <p:extLst>
      <p:ext uri="{BB962C8B-B14F-4D97-AF65-F5344CB8AC3E}">
        <p14:creationId xmlns:p14="http://schemas.microsoft.com/office/powerpoint/2010/main" val="3984391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CBB50-5493-256C-542C-2A77493C95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A731CF-9F61-6E42-679A-959310987B3E}"/>
              </a:ext>
            </a:extLst>
          </p:cNvPr>
          <p:cNvSpPr>
            <a:spLocks noGrp="1"/>
          </p:cNvSpPr>
          <p:nvPr>
            <p:ph type="ctrTitle"/>
          </p:nvPr>
        </p:nvSpPr>
        <p:spPr>
          <a:xfrm>
            <a:off x="181897" y="1264520"/>
            <a:ext cx="11828206" cy="574258"/>
          </a:xfrm>
        </p:spPr>
        <p:txBody>
          <a:bodyPr>
            <a:noAutofit/>
          </a:bodyPr>
          <a:lstStyle/>
          <a:p>
            <a:r>
              <a:rPr lang="en-US" sz="4400" b="1" u="sng" dirty="0">
                <a:solidFill>
                  <a:srgbClr val="0070C0"/>
                </a:solidFill>
              </a:rPr>
              <a:t>OBJECTIVE:</a:t>
            </a:r>
            <a:endParaRPr lang="en-IN" sz="4400" b="1" u="sng" dirty="0">
              <a:solidFill>
                <a:srgbClr val="0070C0"/>
              </a:solidFill>
            </a:endParaRPr>
          </a:p>
        </p:txBody>
      </p:sp>
      <p:sp>
        <p:nvSpPr>
          <p:cNvPr id="3" name="Subtitle 2">
            <a:extLst>
              <a:ext uri="{FF2B5EF4-FFF2-40B4-BE49-F238E27FC236}">
                <a16:creationId xmlns:a16="http://schemas.microsoft.com/office/drawing/2014/main" id="{A1D87C95-DEDA-29CF-4FED-58E384C3B1D0}"/>
              </a:ext>
            </a:extLst>
          </p:cNvPr>
          <p:cNvSpPr>
            <a:spLocks noGrp="1"/>
          </p:cNvSpPr>
          <p:nvPr>
            <p:ph type="subTitle" idx="1"/>
          </p:nvPr>
        </p:nvSpPr>
        <p:spPr>
          <a:xfrm>
            <a:off x="870154" y="2085569"/>
            <a:ext cx="9818804" cy="4143273"/>
          </a:xfrm>
        </p:spPr>
        <p:txBody>
          <a:bodyPr>
            <a:normAutofit/>
          </a:bodyPr>
          <a:lstStyle/>
          <a:p>
            <a:pPr marL="514350" indent="-514350" algn="l">
              <a:buFont typeface="+mj-lt"/>
              <a:buAutoNum type="arabicPeriod"/>
            </a:pPr>
            <a:r>
              <a:rPr lang="en-IN" sz="3200" dirty="0"/>
              <a:t>Develop a zero-gap AEM electrolyser model in Aspen Plus using the adapted AWE framework.</a:t>
            </a:r>
          </a:p>
          <a:p>
            <a:pPr marL="514350" indent="-514350" algn="l">
              <a:buFont typeface="+mj-lt"/>
              <a:buAutoNum type="arabicPeriod"/>
            </a:pPr>
            <a:r>
              <a:rPr lang="en-IN" sz="3200" dirty="0"/>
              <a:t>Analyse how temperature, current density, and membrane properties affect cell voltage.</a:t>
            </a:r>
          </a:p>
          <a:p>
            <a:pPr marL="514350" indent="-514350" algn="l">
              <a:buFont typeface="+mj-lt"/>
              <a:buAutoNum type="arabicPeriod"/>
            </a:pPr>
            <a:r>
              <a:rPr lang="en-IN" sz="3200" dirty="0"/>
              <a:t>Use the AWE-based voltage model to generate performance trends for AEM optimisation.</a:t>
            </a:r>
          </a:p>
        </p:txBody>
      </p:sp>
      <p:sp>
        <p:nvSpPr>
          <p:cNvPr id="4" name="TextBox 3">
            <a:extLst>
              <a:ext uri="{FF2B5EF4-FFF2-40B4-BE49-F238E27FC236}">
                <a16:creationId xmlns:a16="http://schemas.microsoft.com/office/drawing/2014/main" id="{120BDBE0-57FB-5D52-C72D-BBF8F3DD6FA4}"/>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BA01653B-79A2-9A7C-F76A-28E51A054470}"/>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05840BEE-A8D4-2B6C-142E-AD24ACB78C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11515D02-5E2E-8883-48D7-6A951070D867}"/>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812F74F2-1858-9FE5-9574-2672EF0CCB03}"/>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spTree>
    <p:extLst>
      <p:ext uri="{BB962C8B-B14F-4D97-AF65-F5344CB8AC3E}">
        <p14:creationId xmlns:p14="http://schemas.microsoft.com/office/powerpoint/2010/main" val="1026721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0F587-4A5B-5E81-5FAB-9CD0FD77A8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CC1DA7-3434-D2A7-8E61-96FAE5F535B7}"/>
              </a:ext>
            </a:extLst>
          </p:cNvPr>
          <p:cNvSpPr>
            <a:spLocks noGrp="1"/>
          </p:cNvSpPr>
          <p:nvPr>
            <p:ph type="ctrTitle"/>
          </p:nvPr>
        </p:nvSpPr>
        <p:spPr>
          <a:xfrm>
            <a:off x="147484" y="1854201"/>
            <a:ext cx="11828206" cy="574258"/>
          </a:xfrm>
        </p:spPr>
        <p:txBody>
          <a:bodyPr>
            <a:noAutofit/>
          </a:bodyPr>
          <a:lstStyle/>
          <a:p>
            <a:r>
              <a:rPr lang="en-IN" sz="4400" b="1" u="sng" dirty="0">
                <a:solidFill>
                  <a:srgbClr val="0070C0"/>
                </a:solidFill>
              </a:rPr>
              <a:t>Model Description </a:t>
            </a:r>
          </a:p>
        </p:txBody>
      </p:sp>
      <p:sp>
        <p:nvSpPr>
          <p:cNvPr id="3" name="Subtitle 2">
            <a:extLst>
              <a:ext uri="{FF2B5EF4-FFF2-40B4-BE49-F238E27FC236}">
                <a16:creationId xmlns:a16="http://schemas.microsoft.com/office/drawing/2014/main" id="{6473B242-8111-35D4-398F-61E16B4D1E0B}"/>
              </a:ext>
            </a:extLst>
          </p:cNvPr>
          <p:cNvSpPr>
            <a:spLocks noGrp="1"/>
          </p:cNvSpPr>
          <p:nvPr>
            <p:ph type="subTitle" idx="1"/>
          </p:nvPr>
        </p:nvSpPr>
        <p:spPr>
          <a:xfrm>
            <a:off x="834189" y="2428458"/>
            <a:ext cx="10972800" cy="3648373"/>
          </a:xfrm>
        </p:spPr>
        <p:txBody>
          <a:bodyPr>
            <a:normAutofit fontScale="92500" lnSpcReduction="10000"/>
          </a:bodyPr>
          <a:lstStyle/>
          <a:p>
            <a:pPr marL="457200" indent="-457200" algn="l">
              <a:buFont typeface="Arial" panose="020B0604020202020204" pitchFamily="34" charset="0"/>
              <a:buChar char="•"/>
            </a:pPr>
            <a:r>
              <a:rPr lang="en-IN" sz="3200" b="1" dirty="0"/>
              <a:t>Cathode Half Cell Reaction (HER):</a:t>
            </a:r>
          </a:p>
          <a:p>
            <a:pPr marL="914400" lvl="1" indent="-457200" algn="l">
              <a:buFont typeface="Arial" panose="020B0604020202020204" pitchFamily="34" charset="0"/>
              <a:buChar char="•"/>
            </a:pPr>
            <a:r>
              <a:rPr lang="en-IN" sz="2800" b="1" dirty="0"/>
              <a:t>2H₂O(l) + 2e⁻ ↔ H₂(g) + 2OH⁻(aq)       E₀ (298 K) = -0.769 V</a:t>
            </a:r>
          </a:p>
          <a:p>
            <a:pPr marL="457200" indent="-457200" algn="l">
              <a:buFont typeface="Arial" panose="020B0604020202020204" pitchFamily="34" charset="0"/>
              <a:buChar char="•"/>
            </a:pPr>
            <a:endParaRPr lang="en-IN" sz="3200" b="1" dirty="0"/>
          </a:p>
          <a:p>
            <a:pPr marL="457200" indent="-457200" algn="l">
              <a:buFont typeface="Arial" panose="020B0604020202020204" pitchFamily="34" charset="0"/>
              <a:buChar char="•"/>
            </a:pPr>
            <a:r>
              <a:rPr lang="en-IN" sz="3200" b="1" dirty="0"/>
              <a:t>Anode Half Cell Reaction (OER):</a:t>
            </a:r>
          </a:p>
          <a:p>
            <a:pPr marL="914400" lvl="1" indent="-457200" algn="l">
              <a:buFont typeface="Arial" panose="020B0604020202020204" pitchFamily="34" charset="0"/>
              <a:buChar char="•"/>
            </a:pPr>
            <a:r>
              <a:rPr lang="en-IN" sz="2800" b="1" dirty="0"/>
              <a:t>2OH⁻(aq) ↔ ½O₂(g) + H₂O(l) + 2e⁻       E₀ (298 K) = +0.460 V</a:t>
            </a:r>
          </a:p>
          <a:p>
            <a:pPr marL="457200" indent="-457200" algn="l">
              <a:buFont typeface="Arial" panose="020B0604020202020204" pitchFamily="34" charset="0"/>
              <a:buChar char="•"/>
            </a:pPr>
            <a:endParaRPr lang="en-IN" sz="3200" b="1" dirty="0"/>
          </a:p>
          <a:p>
            <a:pPr marL="457200" indent="-457200" algn="l">
              <a:buFont typeface="Arial" panose="020B0604020202020204" pitchFamily="34" charset="0"/>
              <a:buChar char="•"/>
            </a:pPr>
            <a:r>
              <a:rPr lang="en-IN" sz="3200" b="1" dirty="0"/>
              <a:t>Overall Water Splitting Reaction:</a:t>
            </a:r>
          </a:p>
          <a:p>
            <a:pPr marL="914400" lvl="1" indent="-457200" algn="l">
              <a:buFont typeface="Arial" panose="020B0604020202020204" pitchFamily="34" charset="0"/>
              <a:buChar char="•"/>
            </a:pPr>
            <a:r>
              <a:rPr lang="en-IN" sz="2800" b="1" dirty="0"/>
              <a:t>H₂O(l) ↔ H₂(g) + ½O₂(g</a:t>
            </a:r>
            <a:r>
              <a:rPr lang="en-IN" sz="2800" dirty="0"/>
              <a:t>)                         </a:t>
            </a:r>
            <a:r>
              <a:rPr lang="en-IN" sz="2800" b="1" dirty="0" err="1"/>
              <a:t>E₀</a:t>
            </a:r>
            <a:r>
              <a:rPr lang="en-IN" sz="2800" b="1" i="1" baseline="-25000" dirty="0" err="1"/>
              <a:t>rev</a:t>
            </a:r>
            <a:r>
              <a:rPr lang="en-IN" sz="2800" b="1" i="1" baseline="-25000" dirty="0"/>
              <a:t>  </a:t>
            </a:r>
            <a:r>
              <a:rPr lang="en-IN" sz="2800" b="1" dirty="0"/>
              <a:t>(298K)=1.229 V </a:t>
            </a:r>
          </a:p>
          <a:p>
            <a:endParaRPr lang="en-IN" sz="3200" b="1" dirty="0"/>
          </a:p>
        </p:txBody>
      </p:sp>
      <p:sp>
        <p:nvSpPr>
          <p:cNvPr id="4" name="TextBox 3">
            <a:extLst>
              <a:ext uri="{FF2B5EF4-FFF2-40B4-BE49-F238E27FC236}">
                <a16:creationId xmlns:a16="http://schemas.microsoft.com/office/drawing/2014/main" id="{3E36726D-D7AA-1F9D-25CE-162534D9438A}"/>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E80A116A-5480-9699-C444-669D231ED764}"/>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2E91C4AF-514B-9AF1-9174-C770ED19CC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0D595E94-99F5-2891-16A3-8BE076E5BAC3}"/>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EB185830-A435-D77F-00B7-EE4C7F4FC3E4}"/>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endParaRPr lang="en-IN" dirty="0"/>
          </a:p>
        </p:txBody>
      </p:sp>
      <p:sp>
        <p:nvSpPr>
          <p:cNvPr id="5" name="TextBox 4">
            <a:extLst>
              <a:ext uri="{FF2B5EF4-FFF2-40B4-BE49-F238E27FC236}">
                <a16:creationId xmlns:a16="http://schemas.microsoft.com/office/drawing/2014/main" id="{FE03C8FD-FE43-B7A8-91B4-8BB250F39FA1}"/>
              </a:ext>
            </a:extLst>
          </p:cNvPr>
          <p:cNvSpPr txBox="1"/>
          <p:nvPr/>
        </p:nvSpPr>
        <p:spPr>
          <a:xfrm>
            <a:off x="834189" y="1176291"/>
            <a:ext cx="1817164" cy="707886"/>
          </a:xfrm>
          <a:prstGeom prst="rect">
            <a:avLst/>
          </a:prstGeom>
          <a:noFill/>
        </p:spPr>
        <p:txBody>
          <a:bodyPr wrap="none" rtlCol="0">
            <a:spAutoFit/>
          </a:bodyPr>
          <a:lstStyle/>
          <a:p>
            <a:r>
              <a:rPr lang="en-US" sz="4000" b="1" dirty="0">
                <a:solidFill>
                  <a:srgbClr val="92D050"/>
                </a:solidFill>
              </a:rPr>
              <a:t>Theory:</a:t>
            </a:r>
            <a:endParaRPr lang="en-IN" sz="4000" b="1" dirty="0">
              <a:solidFill>
                <a:srgbClr val="92D050"/>
              </a:solidFill>
            </a:endParaRPr>
          </a:p>
        </p:txBody>
      </p:sp>
    </p:spTree>
    <p:extLst>
      <p:ext uri="{BB962C8B-B14F-4D97-AF65-F5344CB8AC3E}">
        <p14:creationId xmlns:p14="http://schemas.microsoft.com/office/powerpoint/2010/main" val="1258103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9A17C-1671-BDCB-1FE0-CA875D098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9D0D5-D538-7367-9CA7-9C7001A1DB27}"/>
              </a:ext>
            </a:extLst>
          </p:cNvPr>
          <p:cNvSpPr>
            <a:spLocks noGrp="1"/>
          </p:cNvSpPr>
          <p:nvPr>
            <p:ph type="ctrTitle"/>
          </p:nvPr>
        </p:nvSpPr>
        <p:spPr>
          <a:xfrm>
            <a:off x="147484" y="1854201"/>
            <a:ext cx="11828206" cy="574258"/>
          </a:xfrm>
        </p:spPr>
        <p:txBody>
          <a:bodyPr>
            <a:noAutofit/>
          </a:bodyPr>
          <a:lstStyle/>
          <a:p>
            <a:r>
              <a:rPr lang="en-US" sz="4400" b="1" u="sng" dirty="0">
                <a:solidFill>
                  <a:srgbClr val="0070C0"/>
                </a:solidFill>
              </a:rPr>
              <a:t>Model Description</a:t>
            </a:r>
            <a:endParaRPr lang="en-IN" sz="4400" b="1" u="sng" dirty="0">
              <a:solidFill>
                <a:srgbClr val="0070C0"/>
              </a:solidFill>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7CB8B581-32FD-32DA-ECD5-A209F51C28D7}"/>
                  </a:ext>
                </a:extLst>
              </p:cNvPr>
              <p:cNvSpPr>
                <a:spLocks noGrp="1"/>
              </p:cNvSpPr>
              <p:nvPr>
                <p:ph type="subTitle" idx="1"/>
              </p:nvPr>
            </p:nvSpPr>
            <p:spPr>
              <a:xfrm>
                <a:off x="1523999" y="2428458"/>
                <a:ext cx="9962147" cy="3749699"/>
              </a:xfrm>
            </p:spPr>
            <p:txBody>
              <a:bodyPr>
                <a:normAutofit fontScale="85000" lnSpcReduction="20000"/>
              </a:bodyPr>
              <a:lstStyle/>
              <a:p>
                <a:pPr marL="457200" indent="-457200" algn="l">
                  <a:buFont typeface="Arial" panose="020B0604020202020204" pitchFamily="34" charset="0"/>
                  <a:buChar char="•"/>
                </a:pPr>
                <a:r>
                  <a:rPr lang="en-IN" sz="3200" b="1" dirty="0"/>
                  <a:t>The electrochemical equation:-</a:t>
                </a:r>
              </a:p>
              <a:p>
                <a:pPr lvl="1" algn="l"/>
                <a:r>
                  <a:rPr lang="en-IN" sz="2800" b="1" dirty="0"/>
                  <a:t>E</a:t>
                </a:r>
                <a:r>
                  <a:rPr lang="en-IN" sz="2800" b="1" baseline="-25000" dirty="0"/>
                  <a:t>cell</a:t>
                </a:r>
                <a:r>
                  <a:rPr lang="en-IN" sz="2800" b="1" dirty="0"/>
                  <a:t>=E</a:t>
                </a:r>
                <a:r>
                  <a:rPr lang="en-IN" sz="2800" b="1" i="1" baseline="-25000" dirty="0"/>
                  <a:t>rev </a:t>
                </a:r>
                <a:r>
                  <a:rPr lang="en-IN" sz="2800" b="1" dirty="0"/>
                  <a:t>+ </a:t>
                </a:r>
                <a14:m>
                  <m:oMath xmlns:m="http://schemas.openxmlformats.org/officeDocument/2006/math">
                    <m:r>
                      <m:rPr>
                        <m:sty m:val="p"/>
                      </m:rPr>
                      <a:rPr lang="en-IN" sz="2800" b="1" i="1" smtClean="0">
                        <a:latin typeface="Cambria Math" panose="02040503050406030204" pitchFamily="18" charset="0"/>
                      </a:rPr>
                      <m:t>η</m:t>
                    </m:r>
                  </m:oMath>
                </a14:m>
                <a:r>
                  <a:rPr lang="en-IN" sz="2800" b="1" i="1" baseline="-25000" dirty="0"/>
                  <a:t>act </a:t>
                </a:r>
                <a:r>
                  <a:rPr lang="en-IN" sz="2800" b="1" dirty="0"/>
                  <a:t>+ </a:t>
                </a:r>
                <a14:m>
                  <m:oMath xmlns:m="http://schemas.openxmlformats.org/officeDocument/2006/math">
                    <m:r>
                      <m:rPr>
                        <m:sty m:val="p"/>
                      </m:rPr>
                      <a:rPr lang="en-IN" sz="2800" b="1" i="1" smtClean="0">
                        <a:latin typeface="Cambria Math" panose="02040503050406030204" pitchFamily="18" charset="0"/>
                      </a:rPr>
                      <m:t>η</m:t>
                    </m:r>
                    <m:r>
                      <a:rPr lang="en-IN" sz="2800" b="1" i="1" baseline="-25000" smtClean="0">
                        <a:latin typeface="Cambria Math" panose="02040503050406030204" pitchFamily="18" charset="0"/>
                      </a:rPr>
                      <m:t>𝒐𝒉𝒎</m:t>
                    </m:r>
                  </m:oMath>
                </a14:m>
                <a:r>
                  <a:rPr lang="en-IN" sz="2800" b="1" dirty="0"/>
                  <a:t> +</a:t>
                </a:r>
                <a14:m>
                  <m:oMath xmlns:m="http://schemas.openxmlformats.org/officeDocument/2006/math">
                    <m:r>
                      <a:rPr lang="en-IN" sz="2800" b="1" i="1" baseline="-25000" smtClean="0">
                        <a:latin typeface="Cambria Math" panose="02040503050406030204" pitchFamily="18" charset="0"/>
                      </a:rPr>
                      <m:t> </m:t>
                    </m:r>
                    <m:r>
                      <m:rPr>
                        <m:sty m:val="p"/>
                      </m:rPr>
                      <a:rPr lang="en-IN" sz="2800" b="1" i="1" smtClean="0">
                        <a:latin typeface="Cambria Math" panose="02040503050406030204" pitchFamily="18" charset="0"/>
                      </a:rPr>
                      <m:t>η</m:t>
                    </m:r>
                    <m:r>
                      <a:rPr lang="en-IN" sz="2800" b="1" i="1" baseline="-25000" smtClean="0">
                        <a:latin typeface="Cambria Math" panose="02040503050406030204" pitchFamily="18" charset="0"/>
                      </a:rPr>
                      <m:t>𝒄𝒐𝒏𝒄</m:t>
                    </m:r>
                  </m:oMath>
                </a14:m>
                <a:endParaRPr lang="en-IN" sz="2800" b="1" baseline="-25000" dirty="0"/>
              </a:p>
              <a:p>
                <a:pPr marL="457200" indent="-457200" algn="l">
                  <a:buFont typeface="Arial" panose="020B0604020202020204" pitchFamily="34" charset="0"/>
                  <a:buChar char="•"/>
                </a:pPr>
                <a:r>
                  <a:rPr lang="en-IN" sz="3200" b="1" dirty="0"/>
                  <a:t>The open circuit equation:-</a:t>
                </a:r>
                <a:endParaRPr lang="en-IN" sz="3200" b="1" baseline="-25000" dirty="0"/>
              </a:p>
              <a:p>
                <a:r>
                  <a:rPr lang="en-IN" dirty="0"/>
                  <a:t>The reversible cell voltage varies with temperature because it depends on the Gibbs free energy change of the reaction:</a:t>
                </a:r>
              </a:p>
              <a:p>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𝐸</m:t>
                          </m:r>
                        </m:e>
                        <m:sub>
                          <m:r>
                            <m:rPr>
                              <m:nor/>
                            </m:rPr>
                            <a:rPr lang="en-IN" i="1"/>
                            <m:t>rev</m:t>
                          </m:r>
                        </m:sub>
                      </m:sSub>
                      <m:r>
                        <a:rPr lang="ar-AE">
                          <a:latin typeface="Cambria Math" panose="02040503050406030204" pitchFamily="18" charset="0"/>
                        </a:rPr>
                        <m:t>=</m:t>
                      </m:r>
                      <m:f>
                        <m:fPr>
                          <m:ctrlPr>
                            <a:rPr lang="ar-AE" i="1">
                              <a:latin typeface="Cambria Math" panose="02040503050406030204" pitchFamily="18" charset="0"/>
                            </a:rPr>
                          </m:ctrlPr>
                        </m:fPr>
                        <m:num>
                          <m:r>
                            <m:rPr>
                              <m:sty m:val="p"/>
                            </m:rPr>
                            <a:rPr lang="el-GR">
                              <a:latin typeface="Cambria Math" panose="02040503050406030204" pitchFamily="18" charset="0"/>
                            </a:rPr>
                            <m:t>Δ</m:t>
                          </m:r>
                          <m:r>
                            <a:rPr lang="el-GR" i="1">
                              <a:latin typeface="Cambria Math" panose="02040503050406030204" pitchFamily="18" charset="0"/>
                            </a:rPr>
                            <m:t>𝐺</m:t>
                          </m:r>
                        </m:num>
                        <m:den>
                          <m:r>
                            <a:rPr lang="ar-AE">
                              <a:latin typeface="Cambria Math" panose="02040503050406030204" pitchFamily="18" charset="0"/>
                            </a:rPr>
                            <m:t>2</m:t>
                          </m:r>
                          <m:r>
                            <a:rPr lang="ar-AE" i="1">
                              <a:latin typeface="Cambria Math" panose="02040503050406030204" pitchFamily="18" charset="0"/>
                            </a:rPr>
                            <m:t>𝐹</m:t>
                          </m:r>
                        </m:den>
                      </m:f>
                      <m:r>
                        <a:rPr lang="ar-AE">
                          <a:latin typeface="Cambria Math" panose="02040503050406030204" pitchFamily="18" charset="0"/>
                        </a:rPr>
                        <m:t>=</m:t>
                      </m:r>
                      <m:f>
                        <m:fPr>
                          <m:ctrlPr>
                            <a:rPr lang="ar-AE" i="1">
                              <a:latin typeface="Cambria Math" panose="02040503050406030204" pitchFamily="18" charset="0"/>
                            </a:rPr>
                          </m:ctrlPr>
                        </m:fPr>
                        <m:num>
                          <m:r>
                            <m:rPr>
                              <m:sty m:val="p"/>
                            </m:rPr>
                            <a:rPr lang="el-GR">
                              <a:latin typeface="Cambria Math" panose="02040503050406030204" pitchFamily="18" charset="0"/>
                            </a:rPr>
                            <m:t>Δ</m:t>
                          </m:r>
                          <m:r>
                            <a:rPr lang="el-GR" i="1">
                              <a:latin typeface="Cambria Math" panose="02040503050406030204" pitchFamily="18" charset="0"/>
                            </a:rPr>
                            <m:t>𝐻</m:t>
                          </m:r>
                        </m:num>
                        <m:den>
                          <m:r>
                            <a:rPr lang="ar-AE">
                              <a:latin typeface="Cambria Math" panose="02040503050406030204" pitchFamily="18" charset="0"/>
                            </a:rPr>
                            <m:t>2</m:t>
                          </m:r>
                          <m:r>
                            <a:rPr lang="ar-AE" i="1">
                              <a:latin typeface="Cambria Math" panose="02040503050406030204" pitchFamily="18" charset="0"/>
                            </a:rPr>
                            <m:t>𝐹</m:t>
                          </m:r>
                        </m:den>
                      </m:f>
                      <m:r>
                        <a:rPr lang="ar-AE">
                          <a:latin typeface="Cambria Math" panose="02040503050406030204" pitchFamily="18" charset="0"/>
                        </a:rPr>
                        <m:t>−</m:t>
                      </m:r>
                      <m:r>
                        <a:rPr lang="ar-AE" i="1">
                          <a:latin typeface="Cambria Math" panose="02040503050406030204" pitchFamily="18" charset="0"/>
                        </a:rPr>
                        <m:t>𝑇</m:t>
                      </m:r>
                      <m:f>
                        <m:fPr>
                          <m:ctrlPr>
                            <a:rPr lang="ar-AE" i="1">
                              <a:latin typeface="Cambria Math" panose="02040503050406030204" pitchFamily="18" charset="0"/>
                            </a:rPr>
                          </m:ctrlPr>
                        </m:fPr>
                        <m:num>
                          <m:r>
                            <m:rPr>
                              <m:sty m:val="p"/>
                            </m:rPr>
                            <a:rPr lang="el-GR">
                              <a:latin typeface="Cambria Math" panose="02040503050406030204" pitchFamily="18" charset="0"/>
                            </a:rPr>
                            <m:t>Δ</m:t>
                          </m:r>
                          <m:r>
                            <a:rPr lang="el-GR" i="1">
                              <a:latin typeface="Cambria Math" panose="02040503050406030204" pitchFamily="18" charset="0"/>
                            </a:rPr>
                            <m:t>𝑆</m:t>
                          </m:r>
                        </m:num>
                        <m:den>
                          <m:r>
                            <a:rPr lang="ar-AE">
                              <a:latin typeface="Cambria Math" panose="02040503050406030204" pitchFamily="18" charset="0"/>
                            </a:rPr>
                            <m:t>2</m:t>
                          </m:r>
                          <m:r>
                            <a:rPr lang="ar-AE" i="1">
                              <a:latin typeface="Cambria Math" panose="02040503050406030204" pitchFamily="18" charset="0"/>
                            </a:rPr>
                            <m:t>𝐹</m:t>
                          </m:r>
                        </m:den>
                      </m:f>
                    </m:oMath>
                  </m:oMathPara>
                </a14:m>
                <a:endParaRPr lang="ar-AE" b="0" dirty="0"/>
              </a:p>
              <a:p>
                <a:r>
                  <a:rPr lang="en-IN" dirty="0"/>
                  <a:t>The reference paper provides the following standard values:</a:t>
                </a:r>
              </a:p>
              <a:p>
                <a:pPr/>
                <a14:m>
                  <m:oMathPara xmlns:m="http://schemas.openxmlformats.org/officeDocument/2006/math">
                    <m:oMathParaPr>
                      <m:jc m:val="centerGroup"/>
                    </m:oMathParaPr>
                    <m:oMath xmlns:m="http://schemas.openxmlformats.org/officeDocument/2006/math">
                      <m:f>
                        <m:fPr>
                          <m:ctrlPr>
                            <a:rPr lang="ar-AE" i="1">
                              <a:latin typeface="Cambria Math" panose="02040503050406030204" pitchFamily="18" charset="0"/>
                            </a:rPr>
                          </m:ctrlPr>
                        </m:fPr>
                        <m:num>
                          <m:r>
                            <m:rPr>
                              <m:sty m:val="p"/>
                            </m:rPr>
                            <a:rPr lang="el-GR">
                              <a:latin typeface="Cambria Math" panose="02040503050406030204" pitchFamily="18" charset="0"/>
                            </a:rPr>
                            <m:t>Δ</m:t>
                          </m:r>
                          <m:sSup>
                            <m:sSupPr>
                              <m:ctrlPr>
                                <a:rPr lang="ar-AE" i="1">
                                  <a:latin typeface="Cambria Math" panose="02040503050406030204" pitchFamily="18" charset="0"/>
                                </a:rPr>
                              </m:ctrlPr>
                            </m:sSupPr>
                            <m:e>
                              <m:r>
                                <a:rPr lang="ar-AE" i="1">
                                  <a:latin typeface="Cambria Math" panose="02040503050406030204" pitchFamily="18" charset="0"/>
                                </a:rPr>
                                <m:t>𝐻</m:t>
                              </m:r>
                            </m:e>
                            <m:sup>
                              <m:r>
                                <a:rPr lang="ar-AE">
                                  <a:latin typeface="Cambria Math" panose="02040503050406030204" pitchFamily="18" charset="0"/>
                                </a:rPr>
                                <m:t>0</m:t>
                              </m:r>
                            </m:sup>
                          </m:sSup>
                        </m:num>
                        <m:den>
                          <m:r>
                            <a:rPr lang="ar-AE">
                              <a:latin typeface="Cambria Math" panose="02040503050406030204" pitchFamily="18" charset="0"/>
                            </a:rPr>
                            <m:t>2</m:t>
                          </m:r>
                          <m:r>
                            <a:rPr lang="ar-AE" i="1">
                              <a:latin typeface="Cambria Math" panose="02040503050406030204" pitchFamily="18" charset="0"/>
                            </a:rPr>
                            <m:t>𝐹</m:t>
                          </m:r>
                        </m:den>
                      </m:f>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481</m:t>
                      </m:r>
                      <m:r>
                        <m:rPr>
                          <m:nor/>
                        </m:rPr>
                        <a:rPr lang="ar-AE" i="1"/>
                        <m:t> </m:t>
                      </m:r>
                      <m:r>
                        <m:rPr>
                          <m:nor/>
                        </m:rPr>
                        <a:rPr lang="en-IN" i="1"/>
                        <m:t>V</m:t>
                      </m:r>
                      <m:r>
                        <a:rPr lang="en-IN">
                          <a:latin typeface="Cambria Math" panose="02040503050406030204" pitchFamily="18" charset="0"/>
                        </a:rPr>
                        <m:t>, </m:t>
                      </m:r>
                      <m:f>
                        <m:fPr>
                          <m:ctrlPr>
                            <a:rPr lang="ar-AE" i="1">
                              <a:latin typeface="Cambria Math" panose="02040503050406030204" pitchFamily="18" charset="0"/>
                            </a:rPr>
                          </m:ctrlPr>
                        </m:fPr>
                        <m:num>
                          <m:r>
                            <m:rPr>
                              <m:sty m:val="p"/>
                            </m:rPr>
                            <a:rPr lang="el-GR">
                              <a:latin typeface="Cambria Math" panose="02040503050406030204" pitchFamily="18" charset="0"/>
                            </a:rPr>
                            <m:t>Δ</m:t>
                          </m:r>
                          <m:sSup>
                            <m:sSupPr>
                              <m:ctrlPr>
                                <a:rPr lang="ar-AE" i="1">
                                  <a:latin typeface="Cambria Math" panose="02040503050406030204" pitchFamily="18" charset="0"/>
                                </a:rPr>
                              </m:ctrlPr>
                            </m:sSupPr>
                            <m:e>
                              <m:r>
                                <a:rPr lang="ar-AE" i="1">
                                  <a:latin typeface="Cambria Math" panose="02040503050406030204" pitchFamily="18" charset="0"/>
                                </a:rPr>
                                <m:t>𝑆</m:t>
                              </m:r>
                            </m:e>
                            <m:sup>
                              <m:r>
                                <a:rPr lang="ar-AE">
                                  <a:latin typeface="Cambria Math" panose="02040503050406030204" pitchFamily="18" charset="0"/>
                                </a:rPr>
                                <m:t>0</m:t>
                              </m:r>
                            </m:sup>
                          </m:sSup>
                        </m:num>
                        <m:den>
                          <m:r>
                            <a:rPr lang="ar-AE">
                              <a:latin typeface="Cambria Math" panose="02040503050406030204" pitchFamily="18" charset="0"/>
                            </a:rPr>
                            <m:t>2</m:t>
                          </m:r>
                          <m:r>
                            <a:rPr lang="ar-AE" i="1">
                              <a:latin typeface="Cambria Math" panose="02040503050406030204" pitchFamily="18" charset="0"/>
                            </a:rPr>
                            <m:t>𝐹</m:t>
                          </m:r>
                        </m:den>
                      </m:f>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000846</m:t>
                      </m:r>
                      <m:r>
                        <m:rPr>
                          <m:nor/>
                        </m:rPr>
                        <a:rPr lang="ar-AE" i="1"/>
                        <m:t> </m:t>
                      </m:r>
                      <m:sSup>
                        <m:sSupPr>
                          <m:ctrlPr>
                            <a:rPr lang="ar-AE" i="1">
                              <a:latin typeface="Cambria Math" panose="02040503050406030204" pitchFamily="18" charset="0"/>
                            </a:rPr>
                          </m:ctrlPr>
                        </m:sSupPr>
                        <m:e>
                          <m:r>
                            <m:rPr>
                              <m:nor/>
                            </m:rPr>
                            <a:rPr lang="en-IN" i="1"/>
                            <m:t>VK</m:t>
                          </m:r>
                        </m:e>
                        <m:sup>
                          <m:r>
                            <a:rPr lang="ar-AE">
                              <a:latin typeface="Cambria Math" panose="02040503050406030204" pitchFamily="18" charset="0"/>
                            </a:rPr>
                            <m:t>−</m:t>
                          </m:r>
                          <m:r>
                            <a:rPr lang="ar-AE">
                              <a:latin typeface="Cambria Math" panose="02040503050406030204" pitchFamily="18" charset="0"/>
                            </a:rPr>
                            <m:t>1</m:t>
                          </m:r>
                        </m:sup>
                      </m:sSup>
                    </m:oMath>
                  </m:oMathPara>
                </a14:m>
                <a:endParaRPr lang="en-US" b="0" dirty="0"/>
              </a:p>
              <a:p>
                <a:r>
                  <a:rPr lang="en-IN" dirty="0"/>
                  <a:t>Substituting these gives a simple expression for the reversible voltage:</a:t>
                </a:r>
              </a:p>
              <a:p>
                <a:pPr/>
                <a14:m>
                  <m:oMathPara xmlns:m="http://schemas.openxmlformats.org/officeDocument/2006/math">
                    <m:oMathParaPr>
                      <m:jc m:val="centerGroup"/>
                    </m:oMathParaPr>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𝐸</m:t>
                          </m:r>
                        </m:e>
                        <m:sub>
                          <m:r>
                            <m:rPr>
                              <m:nor/>
                            </m:rPr>
                            <a:rPr lang="en-IN" i="1"/>
                            <m:t>rev</m:t>
                          </m:r>
                        </m:sub>
                        <m:sup>
                          <m:r>
                            <a:rPr lang="ar-AE">
                              <a:latin typeface="Cambria Math" panose="02040503050406030204" pitchFamily="18" charset="0"/>
                            </a:rPr>
                            <m:t>0</m:t>
                          </m:r>
                        </m:sup>
                      </m:sSubSup>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481</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000846</m:t>
                      </m:r>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𝑇</m:t>
                          </m:r>
                        </m:e>
                        <m:sub>
                          <m:r>
                            <m:rPr>
                              <m:nor/>
                            </m:rPr>
                            <a:rPr lang="en-IN" i="1"/>
                            <m:t>cell</m:t>
                          </m:r>
                        </m:sub>
                      </m:sSub>
                    </m:oMath>
                  </m:oMathPara>
                </a14:m>
                <a:endParaRPr lang="ar-AE" b="0" dirty="0"/>
              </a:p>
              <a:p>
                <a:endParaRPr lang="ar-AE" b="0" dirty="0"/>
              </a:p>
              <a:p>
                <a:pPr lvl="1" algn="l"/>
                <a:endParaRPr lang="en-IN" sz="2800" b="1" baseline="-25000" dirty="0"/>
              </a:p>
              <a:p>
                <a:endParaRPr lang="en-IN" sz="3200" b="1" dirty="0"/>
              </a:p>
            </p:txBody>
          </p:sp>
        </mc:Choice>
        <mc:Fallback xmlns="">
          <p:sp>
            <p:nvSpPr>
              <p:cNvPr id="3" name="Subtitle 2">
                <a:extLst>
                  <a:ext uri="{FF2B5EF4-FFF2-40B4-BE49-F238E27FC236}">
                    <a16:creationId xmlns:a16="http://schemas.microsoft.com/office/drawing/2014/main" id="{7CB8B581-32FD-32DA-ECD5-A209F51C28D7}"/>
                  </a:ext>
                </a:extLst>
              </p:cNvPr>
              <p:cNvSpPr>
                <a:spLocks noGrp="1" noRot="1" noChangeAspect="1" noMove="1" noResize="1" noEditPoints="1" noAdjustHandles="1" noChangeArrowheads="1" noChangeShapeType="1" noTextEdit="1"/>
              </p:cNvSpPr>
              <p:nvPr>
                <p:ph type="subTitle" idx="1"/>
              </p:nvPr>
            </p:nvSpPr>
            <p:spPr>
              <a:xfrm>
                <a:off x="1523999" y="2428458"/>
                <a:ext cx="9962147" cy="3749699"/>
              </a:xfrm>
              <a:blipFill>
                <a:blip r:embed="rId2"/>
                <a:stretch>
                  <a:fillRect l="-1040" t="-4228" b="-813"/>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1704D0DC-9BE8-A90A-CA3E-9F6D50315FC8}"/>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3BF6B617-97B6-2883-0745-861F800FD21B}"/>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D78FBD46-CEE3-0643-9123-1A818A1699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06669205-1087-D59E-DBDE-3D7D05828A8D}"/>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312CC236-2808-C9F0-C38A-2692129A8018}"/>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endParaRPr lang="en-IN" dirty="0"/>
          </a:p>
        </p:txBody>
      </p:sp>
      <p:sp>
        <p:nvSpPr>
          <p:cNvPr id="7" name="TextBox 6">
            <a:extLst>
              <a:ext uri="{FF2B5EF4-FFF2-40B4-BE49-F238E27FC236}">
                <a16:creationId xmlns:a16="http://schemas.microsoft.com/office/drawing/2014/main" id="{0DC530E7-439C-80F9-AB45-3D2BCCB11964}"/>
              </a:ext>
            </a:extLst>
          </p:cNvPr>
          <p:cNvSpPr txBox="1"/>
          <p:nvPr/>
        </p:nvSpPr>
        <p:spPr>
          <a:xfrm>
            <a:off x="870154" y="1243218"/>
            <a:ext cx="6280484" cy="707886"/>
          </a:xfrm>
          <a:prstGeom prst="rect">
            <a:avLst/>
          </a:prstGeom>
          <a:noFill/>
        </p:spPr>
        <p:txBody>
          <a:bodyPr wrap="square">
            <a:spAutoFit/>
          </a:bodyPr>
          <a:lstStyle/>
          <a:p>
            <a:r>
              <a:rPr lang="en-US" sz="4000" b="1" dirty="0">
                <a:solidFill>
                  <a:srgbClr val="92D050"/>
                </a:solidFill>
              </a:rPr>
              <a:t>Theory:</a:t>
            </a:r>
            <a:endParaRPr lang="en-IN" sz="4000" b="1" dirty="0">
              <a:solidFill>
                <a:srgbClr val="92D050"/>
              </a:solidFill>
            </a:endParaRPr>
          </a:p>
        </p:txBody>
      </p:sp>
    </p:spTree>
    <p:extLst>
      <p:ext uri="{BB962C8B-B14F-4D97-AF65-F5344CB8AC3E}">
        <p14:creationId xmlns:p14="http://schemas.microsoft.com/office/powerpoint/2010/main" val="2435684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BDB7-391B-2238-8A5A-6326FB71A4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7B7DF0-45B3-8BD4-4F8E-CF1572CB155E}"/>
              </a:ext>
            </a:extLst>
          </p:cNvPr>
          <p:cNvSpPr>
            <a:spLocks noGrp="1"/>
          </p:cNvSpPr>
          <p:nvPr>
            <p:ph type="ctrTitle"/>
          </p:nvPr>
        </p:nvSpPr>
        <p:spPr>
          <a:xfrm>
            <a:off x="-26130" y="1810089"/>
            <a:ext cx="11828206" cy="574258"/>
          </a:xfrm>
        </p:spPr>
        <p:txBody>
          <a:bodyPr>
            <a:noAutofit/>
          </a:bodyPr>
          <a:lstStyle/>
          <a:p>
            <a:r>
              <a:rPr lang="en-US" sz="4400" b="1" u="sng" dirty="0">
                <a:solidFill>
                  <a:srgbClr val="0070C0"/>
                </a:solidFill>
              </a:rPr>
              <a:t>Activation Overpotential </a:t>
            </a:r>
            <a:endParaRPr lang="en-IN" sz="4400" b="1" u="sng" dirty="0">
              <a:solidFill>
                <a:srgbClr val="0070C0"/>
              </a:solidFill>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C561BCD3-F7E7-BF6A-DD45-8E8A56F0DE1A}"/>
                  </a:ext>
                </a:extLst>
              </p:cNvPr>
              <p:cNvSpPr>
                <a:spLocks noGrp="1"/>
              </p:cNvSpPr>
              <p:nvPr>
                <p:ph type="subTitle" idx="1"/>
              </p:nvPr>
            </p:nvSpPr>
            <p:spPr>
              <a:xfrm>
                <a:off x="389924" y="2383580"/>
                <a:ext cx="6416842" cy="3140734"/>
              </a:xfrm>
            </p:spPr>
            <p:txBody>
              <a:bodyPr>
                <a:normAutofit fontScale="55000" lnSpcReduction="20000"/>
              </a:bodyPr>
              <a:lstStyle/>
              <a:p>
                <a:endParaRPr lang="en-IN" sz="3200" dirty="0"/>
              </a:p>
              <a:p>
                <a:r>
                  <a:rPr lang="en-IN" sz="4800" dirty="0"/>
                  <a:t>Activation losses arise from the energy barrier of the electrochemical reactions at both electrodes.</a:t>
                </a:r>
              </a:p>
              <a:p>
                <a:r>
                  <a:rPr lang="en-IN" sz="4800" dirty="0"/>
                  <a:t>The full Butler–Volmer expression is:</a:t>
                </a:r>
              </a:p>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𝑖</m:t>
                      </m:r>
                      <m:r>
                        <a:rPr lang="en-IN" b="0" smtClean="0">
                          <a:latin typeface="Cambria Math" panose="02040503050406030204" pitchFamily="18" charset="0"/>
                        </a:rPr>
                        <m:t>=</m:t>
                      </m:r>
                      <m:sSub>
                        <m:sSubPr>
                          <m:ctrlPr>
                            <a:rPr lang="ar-AE" i="1">
                              <a:latin typeface="Cambria Math" panose="02040503050406030204" pitchFamily="18" charset="0"/>
                            </a:rPr>
                          </m:ctrlPr>
                        </m:sSubPr>
                        <m:e>
                          <m:r>
                            <a:rPr lang="ar-AE" b="0" i="1" smtClean="0">
                              <a:latin typeface="Cambria Math" panose="02040503050406030204" pitchFamily="18" charset="0"/>
                            </a:rPr>
                            <m:t>𝑖</m:t>
                          </m:r>
                        </m:e>
                        <m:sub>
                          <m:r>
                            <a:rPr lang="ar-AE" b="0" smtClean="0">
                              <a:latin typeface="Cambria Math" panose="02040503050406030204" pitchFamily="18" charset="0"/>
                            </a:rPr>
                            <m:t>0</m:t>
                          </m:r>
                        </m:sub>
                      </m:sSub>
                      <m:d>
                        <m:dPr>
                          <m:begChr m:val="["/>
                          <m:endChr m:val="]"/>
                          <m:ctrlPr>
                            <a:rPr lang="ar-AE" i="1">
                              <a:latin typeface="Cambria Math" panose="02040503050406030204" pitchFamily="18" charset="0"/>
                            </a:rPr>
                          </m:ctrlPr>
                        </m:dPr>
                        <m:e>
                          <m:r>
                            <m:rPr>
                              <m:nor/>
                            </m:rPr>
                            <a:rPr lang="ar-AE" i="1"/>
                            <m:t> </m:t>
                          </m:r>
                          <m:sSup>
                            <m:sSupPr>
                              <m:ctrlPr>
                                <a:rPr lang="ar-AE" i="1">
                                  <a:latin typeface="Cambria Math" panose="02040503050406030204" pitchFamily="18" charset="0"/>
                                </a:rPr>
                              </m:ctrlPr>
                            </m:sSupPr>
                            <m:e>
                              <m:r>
                                <a:rPr lang="ar-AE" b="0" i="1" smtClean="0">
                                  <a:latin typeface="Cambria Math" panose="02040503050406030204" pitchFamily="18" charset="0"/>
                                </a:rPr>
                                <m:t>𝑒</m:t>
                              </m:r>
                            </m:e>
                            <m:sup>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b="0" i="1" smtClean="0">
                                          <a:latin typeface="Cambria Math" panose="02040503050406030204" pitchFamily="18" charset="0"/>
                                        </a:rPr>
                                        <m:t>𝛼</m:t>
                                      </m:r>
                                    </m:e>
                                    <m:sub>
                                      <m:r>
                                        <a:rPr lang="ar-AE" b="0" i="1" smtClean="0">
                                          <a:latin typeface="Cambria Math" panose="02040503050406030204" pitchFamily="18" charset="0"/>
                                        </a:rPr>
                                        <m:t>𝑎</m:t>
                                      </m:r>
                                    </m:sub>
                                  </m:sSub>
                                  <m:r>
                                    <a:rPr lang="ar-AE" b="0" i="1" smtClean="0">
                                      <a:latin typeface="Cambria Math" panose="02040503050406030204" pitchFamily="18" charset="0"/>
                                    </a:rPr>
                                    <m:t>𝑧𝐹</m:t>
                                  </m:r>
                                  <m:r>
                                    <a:rPr lang="ar-AE" b="0" i="1" smtClean="0">
                                      <a:latin typeface="Cambria Math" panose="02040503050406030204" pitchFamily="18" charset="0"/>
                                    </a:rPr>
                                    <m:t>𝜂</m:t>
                                  </m:r>
                                </m:num>
                                <m:den>
                                  <m:r>
                                    <a:rPr lang="ar-AE" b="0" i="1" smtClean="0">
                                      <a:latin typeface="Cambria Math" panose="02040503050406030204" pitchFamily="18" charset="0"/>
                                    </a:rPr>
                                    <m:t>𝑅𝑇</m:t>
                                  </m:r>
                                </m:den>
                              </m:f>
                            </m:sup>
                          </m:sSup>
                          <m:r>
                            <a:rPr lang="ar-AE" b="0" smtClean="0">
                              <a:latin typeface="Cambria Math" panose="02040503050406030204" pitchFamily="18" charset="0"/>
                            </a:rPr>
                            <m:t>−</m:t>
                          </m:r>
                          <m:sSup>
                            <m:sSupPr>
                              <m:ctrlPr>
                                <a:rPr lang="ar-AE" i="1">
                                  <a:latin typeface="Cambria Math" panose="02040503050406030204" pitchFamily="18" charset="0"/>
                                </a:rPr>
                              </m:ctrlPr>
                            </m:sSupPr>
                            <m:e>
                              <m:r>
                                <a:rPr lang="ar-AE" b="0" i="1" smtClean="0">
                                  <a:latin typeface="Cambria Math" panose="02040503050406030204" pitchFamily="18" charset="0"/>
                                </a:rPr>
                                <m:t>𝑒</m:t>
                              </m:r>
                            </m:e>
                            <m:sup>
                              <m:r>
                                <a:rPr lang="ar-AE" b="0" smtClean="0">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b="0" i="1" smtClean="0">
                                          <a:latin typeface="Cambria Math" panose="02040503050406030204" pitchFamily="18" charset="0"/>
                                        </a:rPr>
                                        <m:t>𝛼</m:t>
                                      </m:r>
                                    </m:e>
                                    <m:sub>
                                      <m:r>
                                        <a:rPr lang="ar-AE" b="0" i="1" smtClean="0">
                                          <a:latin typeface="Cambria Math" panose="02040503050406030204" pitchFamily="18" charset="0"/>
                                        </a:rPr>
                                        <m:t>𝑐</m:t>
                                      </m:r>
                                    </m:sub>
                                  </m:sSub>
                                  <m:r>
                                    <a:rPr lang="ar-AE" b="0" i="1" smtClean="0">
                                      <a:latin typeface="Cambria Math" panose="02040503050406030204" pitchFamily="18" charset="0"/>
                                    </a:rPr>
                                    <m:t>𝑧𝐹</m:t>
                                  </m:r>
                                  <m:r>
                                    <a:rPr lang="ar-AE" b="0" i="1" smtClean="0">
                                      <a:latin typeface="Cambria Math" panose="02040503050406030204" pitchFamily="18" charset="0"/>
                                    </a:rPr>
                                    <m:t>𝜂</m:t>
                                  </m:r>
                                </m:num>
                                <m:den>
                                  <m:r>
                                    <a:rPr lang="ar-AE" b="0" i="1" smtClean="0">
                                      <a:latin typeface="Cambria Math" panose="02040503050406030204" pitchFamily="18" charset="0"/>
                                    </a:rPr>
                                    <m:t>𝑅𝑇</m:t>
                                  </m:r>
                                </m:den>
                              </m:f>
                            </m:sup>
                          </m:sSup>
                          <m:r>
                            <m:rPr>
                              <m:nor/>
                            </m:rPr>
                            <a:rPr lang="ar-AE" i="1"/>
                            <m:t> </m:t>
                          </m:r>
                        </m:e>
                      </m:d>
                    </m:oMath>
                  </m:oMathPara>
                </a14:m>
                <a:endParaRPr lang="ar-AE" sz="4800" dirty="0"/>
              </a:p>
              <a:p>
                <a:r>
                  <a:rPr lang="en-IN" sz="4800" dirty="0"/>
                  <a:t>In water electrolysers, the overpotential is large, so one exponential dominates → giving the Tafel approximation.</a:t>
                </a:r>
              </a:p>
              <a:p>
                <a:endParaRPr lang="en-IN" sz="4500" dirty="0"/>
              </a:p>
            </p:txBody>
          </p:sp>
        </mc:Choice>
        <mc:Fallback xmlns="">
          <p:sp>
            <p:nvSpPr>
              <p:cNvPr id="3" name="Subtitle 2">
                <a:extLst>
                  <a:ext uri="{FF2B5EF4-FFF2-40B4-BE49-F238E27FC236}">
                    <a16:creationId xmlns:a16="http://schemas.microsoft.com/office/drawing/2014/main" id="{C561BCD3-F7E7-BF6A-DD45-8E8A56F0DE1A}"/>
                  </a:ext>
                </a:extLst>
              </p:cNvPr>
              <p:cNvSpPr>
                <a:spLocks noGrp="1" noRot="1" noChangeAspect="1" noMove="1" noResize="1" noEditPoints="1" noAdjustHandles="1" noChangeArrowheads="1" noChangeShapeType="1" noTextEdit="1"/>
              </p:cNvSpPr>
              <p:nvPr>
                <p:ph type="subTitle" idx="1"/>
              </p:nvPr>
            </p:nvSpPr>
            <p:spPr>
              <a:xfrm>
                <a:off x="389924" y="2383580"/>
                <a:ext cx="6416842" cy="3140734"/>
              </a:xfrm>
              <a:blipFill>
                <a:blip r:embed="rId2"/>
                <a:stretch>
                  <a:fillRect l="-1235" r="-2374"/>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7E906437-4E5F-9213-A6EA-A7C23427168B}"/>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5AC13853-35C6-31F0-3FAD-F92838F346F6}"/>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478D65A3-CA44-BB01-E1D3-B7D763357D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38173BB6-B648-BABE-BF4E-47E40ECC5723}"/>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BCD2AB19-0955-6E58-14FE-BC30451DEAC3}"/>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a:t>
            </a:r>
            <a:endParaRPr lang="en-IN"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571E6BB-6987-5F92-C14C-F96F33232B2E}"/>
                  </a:ext>
                </a:extLst>
              </p:cNvPr>
              <p:cNvSpPr txBox="1"/>
              <p:nvPr/>
            </p:nvSpPr>
            <p:spPr>
              <a:xfrm>
                <a:off x="7075602" y="2164145"/>
                <a:ext cx="5205922" cy="2999026"/>
              </a:xfrm>
              <a:prstGeom prst="rect">
                <a:avLst/>
              </a:prstGeom>
              <a:noFill/>
            </p:spPr>
            <p:txBody>
              <a:bodyPr wrap="square" rtlCol="0">
                <a:spAutoFit/>
              </a:bodyPr>
              <a:lstStyle/>
              <a:p>
                <a:endParaRPr lang="en-IN" dirty="0"/>
              </a:p>
              <a:p>
                <a:r>
                  <a:rPr lang="en-IN" b="1" dirty="0"/>
                  <a:t>Tafel Form (High Overpotential)</a:t>
                </a:r>
              </a:p>
              <a:p>
                <a:r>
                  <a:rPr lang="en-IN" b="1" dirty="0"/>
                  <a:t>Anode (OER):</a:t>
                </a:r>
                <a:endParaRPr lang="en-IN" dirty="0"/>
              </a:p>
              <a:p>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𝜂</m:t>
                          </m:r>
                        </m:e>
                        <m:sub>
                          <m:r>
                            <a:rPr lang="ar-AE" i="1">
                              <a:latin typeface="Cambria Math" panose="02040503050406030204" pitchFamily="18" charset="0"/>
                            </a:rPr>
                            <m:t>𝑎</m:t>
                          </m:r>
                        </m:sub>
                      </m:sSub>
                      <m:r>
                        <a:rPr lang="ar-AE">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𝑅𝑇</m:t>
                          </m:r>
                        </m:num>
                        <m:den>
                          <m:sSub>
                            <m:sSubPr>
                              <m:ctrlPr>
                                <a:rPr lang="ar-AE" i="1">
                                  <a:latin typeface="Cambria Math" panose="02040503050406030204" pitchFamily="18" charset="0"/>
                                </a:rPr>
                              </m:ctrlPr>
                            </m:sSubPr>
                            <m:e>
                              <m:r>
                                <a:rPr lang="ar-AE" i="1">
                                  <a:latin typeface="Cambria Math" panose="02040503050406030204" pitchFamily="18" charset="0"/>
                                </a:rPr>
                                <m:t>𝛼</m:t>
                              </m:r>
                            </m:e>
                            <m:sub>
                              <m:r>
                                <a:rPr lang="ar-AE" i="1">
                                  <a:latin typeface="Cambria Math" panose="02040503050406030204" pitchFamily="18" charset="0"/>
                                </a:rPr>
                                <m:t>𝑎</m:t>
                              </m:r>
                              <m:r>
                                <a:rPr lang="ar-AE">
                                  <a:latin typeface="Cambria Math" panose="02040503050406030204" pitchFamily="18" charset="0"/>
                                </a:rPr>
                                <m:t>,</m:t>
                              </m:r>
                              <m:r>
                                <a:rPr lang="ar-AE" i="1">
                                  <a:latin typeface="Cambria Math" panose="02040503050406030204" pitchFamily="18" charset="0"/>
                                </a:rPr>
                                <m:t>𝑎</m:t>
                              </m:r>
                            </m:sub>
                          </m:sSub>
                          <m:r>
                            <a:rPr lang="ar-AE" i="1">
                              <a:latin typeface="Cambria Math" panose="02040503050406030204" pitchFamily="18" charset="0"/>
                            </a:rPr>
                            <m:t>𝐹</m:t>
                          </m:r>
                        </m:den>
                      </m:f>
                      <m:func>
                        <m:funcPr>
                          <m:ctrlPr>
                            <a:rPr lang="ar-AE" i="1">
                              <a:latin typeface="Cambria Math" panose="02040503050406030204" pitchFamily="18" charset="0"/>
                            </a:rPr>
                          </m:ctrlPr>
                        </m:funcPr>
                        <m:fName>
                          <m:r>
                            <m:rPr>
                              <m:sty m:val="p"/>
                            </m:rPr>
                            <a:rPr lang="en-IN">
                              <a:latin typeface="Cambria Math" panose="02040503050406030204" pitchFamily="18" charset="0"/>
                            </a:rPr>
                            <m:t>ln</m:t>
                          </m:r>
                        </m:fName>
                        <m:e>
                          <m:d>
                            <m:dPr>
                              <m:ctrlPr>
                                <a:rPr lang="ar-AE" i="1">
                                  <a:latin typeface="Cambria Math" panose="02040503050406030204" pitchFamily="18" charset="0"/>
                                </a:rPr>
                              </m:ctrlPr>
                            </m:dPr>
                            <m:e>
                              <m:f>
                                <m:fPr>
                                  <m:ctrlPr>
                                    <a:rPr lang="ar-AE" i="1">
                                      <a:latin typeface="Cambria Math" panose="02040503050406030204" pitchFamily="18" charset="0"/>
                                    </a:rPr>
                                  </m:ctrlPr>
                                </m:fPr>
                                <m:num>
                                  <m:r>
                                    <a:rPr lang="ar-AE" i="1">
                                      <a:latin typeface="Cambria Math" panose="02040503050406030204" pitchFamily="18" charset="0"/>
                                    </a:rPr>
                                    <m:t>𝑖</m:t>
                                  </m:r>
                                </m:num>
                                <m:den>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a:latin typeface="Cambria Math" panose="02040503050406030204" pitchFamily="18" charset="0"/>
                                        </a:rPr>
                                        <m:t>0</m:t>
                                      </m:r>
                                      <m:r>
                                        <a:rPr lang="ar-AE">
                                          <a:latin typeface="Cambria Math" panose="02040503050406030204" pitchFamily="18" charset="0"/>
                                        </a:rPr>
                                        <m:t>,</m:t>
                                      </m:r>
                                      <m:r>
                                        <a:rPr lang="ar-AE" i="1">
                                          <a:latin typeface="Cambria Math" panose="02040503050406030204" pitchFamily="18" charset="0"/>
                                        </a:rPr>
                                        <m:t>𝑎</m:t>
                                      </m:r>
                                    </m:sub>
                                  </m:sSub>
                                </m:den>
                              </m:f>
                            </m:e>
                          </m:d>
                        </m:e>
                      </m:func>
                    </m:oMath>
                  </m:oMathPara>
                </a14:m>
                <a:endParaRPr lang="ar-AE" dirty="0"/>
              </a:p>
              <a:p>
                <a:r>
                  <a:rPr lang="en-IN" b="1" dirty="0"/>
                  <a:t>Cathode (HER):</a:t>
                </a:r>
                <a:endParaRPr lang="en-IN" dirty="0"/>
              </a:p>
              <a:p>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𝜂</m:t>
                          </m:r>
                        </m:e>
                        <m:sub>
                          <m:r>
                            <a:rPr lang="ar-AE" i="1">
                              <a:latin typeface="Cambria Math" panose="02040503050406030204" pitchFamily="18" charset="0"/>
                            </a:rPr>
                            <m:t>𝑐</m:t>
                          </m:r>
                        </m:sub>
                      </m:sSub>
                      <m:r>
                        <a:rPr lang="ar-AE">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𝑅𝑇</m:t>
                          </m:r>
                        </m:num>
                        <m:den>
                          <m:sSub>
                            <m:sSubPr>
                              <m:ctrlPr>
                                <a:rPr lang="ar-AE" i="1">
                                  <a:latin typeface="Cambria Math" panose="02040503050406030204" pitchFamily="18" charset="0"/>
                                </a:rPr>
                              </m:ctrlPr>
                            </m:sSubPr>
                            <m:e>
                              <m:r>
                                <a:rPr lang="ar-AE" i="1">
                                  <a:latin typeface="Cambria Math" panose="02040503050406030204" pitchFamily="18" charset="0"/>
                                </a:rPr>
                                <m:t>𝛼</m:t>
                              </m:r>
                            </m:e>
                            <m:sub>
                              <m:r>
                                <a:rPr lang="ar-AE" i="1">
                                  <a:latin typeface="Cambria Math" panose="02040503050406030204" pitchFamily="18" charset="0"/>
                                </a:rPr>
                                <m:t>𝑐</m:t>
                              </m:r>
                              <m:r>
                                <a:rPr lang="ar-AE">
                                  <a:latin typeface="Cambria Math" panose="02040503050406030204" pitchFamily="18" charset="0"/>
                                </a:rPr>
                                <m:t>,</m:t>
                              </m:r>
                              <m:r>
                                <a:rPr lang="ar-AE" i="1">
                                  <a:latin typeface="Cambria Math" panose="02040503050406030204" pitchFamily="18" charset="0"/>
                                </a:rPr>
                                <m:t>𝑐</m:t>
                              </m:r>
                            </m:sub>
                          </m:sSub>
                          <m:r>
                            <a:rPr lang="ar-AE" i="1">
                              <a:latin typeface="Cambria Math" panose="02040503050406030204" pitchFamily="18" charset="0"/>
                            </a:rPr>
                            <m:t>𝐹</m:t>
                          </m:r>
                        </m:den>
                      </m:f>
                      <m:func>
                        <m:funcPr>
                          <m:ctrlPr>
                            <a:rPr lang="ar-AE" i="1">
                              <a:latin typeface="Cambria Math" panose="02040503050406030204" pitchFamily="18" charset="0"/>
                            </a:rPr>
                          </m:ctrlPr>
                        </m:funcPr>
                        <m:fName>
                          <m:r>
                            <m:rPr>
                              <m:sty m:val="p"/>
                            </m:rPr>
                            <a:rPr lang="en-IN">
                              <a:latin typeface="Cambria Math" panose="02040503050406030204" pitchFamily="18" charset="0"/>
                            </a:rPr>
                            <m:t>ln</m:t>
                          </m:r>
                        </m:fName>
                        <m:e>
                          <m:d>
                            <m:dPr>
                              <m:ctrlPr>
                                <a:rPr lang="ar-AE" i="1">
                                  <a:latin typeface="Cambria Math" panose="02040503050406030204" pitchFamily="18" charset="0"/>
                                </a:rPr>
                              </m:ctrlPr>
                            </m:dPr>
                            <m:e>
                              <m:f>
                                <m:fPr>
                                  <m:ctrlPr>
                                    <a:rPr lang="ar-AE" i="1">
                                      <a:latin typeface="Cambria Math" panose="02040503050406030204" pitchFamily="18" charset="0"/>
                                    </a:rPr>
                                  </m:ctrlPr>
                                </m:fPr>
                                <m:num>
                                  <m:r>
                                    <a:rPr lang="ar-AE" i="1">
                                      <a:latin typeface="Cambria Math" panose="02040503050406030204" pitchFamily="18" charset="0"/>
                                    </a:rPr>
                                    <m:t>𝑖</m:t>
                                  </m:r>
                                </m:num>
                                <m:den>
                                  <m:sSub>
                                    <m:sSubPr>
                                      <m:ctrlPr>
                                        <a:rPr lang="ar-AE" i="1">
                                          <a:latin typeface="Cambria Math" panose="02040503050406030204" pitchFamily="18" charset="0"/>
                                        </a:rPr>
                                      </m:ctrlPr>
                                    </m:sSubPr>
                                    <m:e>
                                      <m:r>
                                        <a:rPr lang="ar-AE" i="1">
                                          <a:latin typeface="Cambria Math" panose="02040503050406030204" pitchFamily="18" charset="0"/>
                                        </a:rPr>
                                        <m:t>𝑖</m:t>
                                      </m:r>
                                    </m:e>
                                    <m:sub>
                                      <m:r>
                                        <a:rPr lang="ar-AE">
                                          <a:latin typeface="Cambria Math" panose="02040503050406030204" pitchFamily="18" charset="0"/>
                                        </a:rPr>
                                        <m:t>0</m:t>
                                      </m:r>
                                      <m:r>
                                        <a:rPr lang="ar-AE">
                                          <a:latin typeface="Cambria Math" panose="02040503050406030204" pitchFamily="18" charset="0"/>
                                        </a:rPr>
                                        <m:t>,</m:t>
                                      </m:r>
                                      <m:r>
                                        <a:rPr lang="ar-AE" i="1">
                                          <a:latin typeface="Cambria Math" panose="02040503050406030204" pitchFamily="18" charset="0"/>
                                        </a:rPr>
                                        <m:t>𝑐</m:t>
                                      </m:r>
                                    </m:sub>
                                  </m:sSub>
                                </m:den>
                              </m:f>
                            </m:e>
                          </m:d>
                        </m:e>
                      </m:func>
                    </m:oMath>
                  </m:oMathPara>
                </a14:m>
                <a:endParaRPr lang="ar-AE" dirty="0"/>
              </a:p>
              <a:p>
                <a:endParaRPr lang="en-IN" dirty="0"/>
              </a:p>
              <a:p>
                <a:endParaRPr lang="en-IN" dirty="0"/>
              </a:p>
            </p:txBody>
          </p:sp>
        </mc:Choice>
        <mc:Fallback xmlns="">
          <p:sp>
            <p:nvSpPr>
              <p:cNvPr id="7" name="TextBox 6">
                <a:extLst>
                  <a:ext uri="{FF2B5EF4-FFF2-40B4-BE49-F238E27FC236}">
                    <a16:creationId xmlns:a16="http://schemas.microsoft.com/office/drawing/2014/main" id="{1571E6BB-6987-5F92-C14C-F96F33232B2E}"/>
                  </a:ext>
                </a:extLst>
              </p:cNvPr>
              <p:cNvSpPr txBox="1">
                <a:spLocks noRot="1" noChangeAspect="1" noMove="1" noResize="1" noEditPoints="1" noAdjustHandles="1" noChangeArrowheads="1" noChangeShapeType="1" noTextEdit="1"/>
              </p:cNvSpPr>
              <p:nvPr/>
            </p:nvSpPr>
            <p:spPr>
              <a:xfrm>
                <a:off x="7075602" y="2164145"/>
                <a:ext cx="5205922" cy="2999026"/>
              </a:xfrm>
              <a:prstGeom prst="rect">
                <a:avLst/>
              </a:prstGeom>
              <a:blipFill>
                <a:blip r:embed="rId4"/>
                <a:stretch>
                  <a:fillRect l="-1054"/>
                </a:stretch>
              </a:blipFill>
            </p:spPr>
            <p:txBody>
              <a:bodyPr/>
              <a:lstStyle/>
              <a:p>
                <a:r>
                  <a:rPr lang="en-IN">
                    <a:noFill/>
                  </a:rPr>
                  <a:t> </a:t>
                </a:r>
              </a:p>
            </p:txBody>
          </p:sp>
        </mc:Fallback>
      </mc:AlternateContent>
      <p:sp>
        <p:nvSpPr>
          <p:cNvPr id="8" name="TextBox 7">
            <a:extLst>
              <a:ext uri="{FF2B5EF4-FFF2-40B4-BE49-F238E27FC236}">
                <a16:creationId xmlns:a16="http://schemas.microsoft.com/office/drawing/2014/main" id="{0670C03E-AA7B-20E8-FD8E-FF23A8512F4E}"/>
              </a:ext>
            </a:extLst>
          </p:cNvPr>
          <p:cNvSpPr txBox="1"/>
          <p:nvPr/>
        </p:nvSpPr>
        <p:spPr>
          <a:xfrm>
            <a:off x="658760" y="1199106"/>
            <a:ext cx="6296526" cy="707886"/>
          </a:xfrm>
          <a:prstGeom prst="rect">
            <a:avLst/>
          </a:prstGeom>
          <a:noFill/>
        </p:spPr>
        <p:txBody>
          <a:bodyPr wrap="square">
            <a:spAutoFit/>
          </a:bodyPr>
          <a:lstStyle/>
          <a:p>
            <a:r>
              <a:rPr lang="en-US" sz="4000" b="1" dirty="0">
                <a:solidFill>
                  <a:srgbClr val="92D050"/>
                </a:solidFill>
              </a:rPr>
              <a:t>Theory:</a:t>
            </a:r>
            <a:endParaRPr lang="en-IN" sz="4000" b="1" dirty="0">
              <a:solidFill>
                <a:srgbClr val="92D050"/>
              </a:solidFill>
            </a:endParaRPr>
          </a:p>
        </p:txBody>
      </p:sp>
    </p:spTree>
    <p:extLst>
      <p:ext uri="{BB962C8B-B14F-4D97-AF65-F5344CB8AC3E}">
        <p14:creationId xmlns:p14="http://schemas.microsoft.com/office/powerpoint/2010/main" val="742751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348D5-1CF9-FC17-6974-E4BF3904C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1C4EB7-A67E-B390-716F-158DE9FDA098}"/>
              </a:ext>
            </a:extLst>
          </p:cNvPr>
          <p:cNvSpPr>
            <a:spLocks noGrp="1"/>
          </p:cNvSpPr>
          <p:nvPr>
            <p:ph type="ctrTitle"/>
          </p:nvPr>
        </p:nvSpPr>
        <p:spPr>
          <a:xfrm>
            <a:off x="147484" y="1854201"/>
            <a:ext cx="11828206" cy="574258"/>
          </a:xfrm>
        </p:spPr>
        <p:txBody>
          <a:bodyPr>
            <a:noAutofit/>
          </a:bodyPr>
          <a:lstStyle/>
          <a:p>
            <a:r>
              <a:rPr lang="en-US" sz="4400" b="1" u="sng" dirty="0">
                <a:solidFill>
                  <a:srgbClr val="0070C0"/>
                </a:solidFill>
              </a:rPr>
              <a:t>Ohmic Overpotential</a:t>
            </a:r>
            <a:endParaRPr lang="en-IN" sz="4400" b="1" u="sng" dirty="0">
              <a:solidFill>
                <a:srgbClr val="0070C0"/>
              </a:solidFill>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4DF561E3-C6E6-0310-43A5-4DA0D52AC7E4}"/>
                  </a:ext>
                </a:extLst>
              </p:cNvPr>
              <p:cNvSpPr>
                <a:spLocks noGrp="1"/>
              </p:cNvSpPr>
              <p:nvPr>
                <p:ph type="subTitle" idx="1"/>
              </p:nvPr>
            </p:nvSpPr>
            <p:spPr>
              <a:xfrm>
                <a:off x="978569" y="2428459"/>
                <a:ext cx="10852742" cy="3024790"/>
              </a:xfrm>
            </p:spPr>
            <p:txBody>
              <a:bodyPr>
                <a:normAutofit fontScale="92500" lnSpcReduction="20000"/>
              </a:bodyPr>
              <a:lstStyle/>
              <a:p>
                <a:r>
                  <a:rPr lang="en-IN" sz="3200" dirty="0"/>
                  <a:t>Ohmic losses mainly arise from OH⁻ transport through the AEM membrane.</a:t>
                </a:r>
              </a:p>
              <a:p>
                <a:r>
                  <a:rPr lang="en-IN" sz="3200" dirty="0"/>
                  <a:t>Membrane resistance:</a:t>
                </a:r>
              </a:p>
              <a:p>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𝑅</m:t>
                          </m:r>
                        </m:e>
                        <m:sub>
                          <m:r>
                            <a:rPr lang="ar-AE" i="1">
                              <a:latin typeface="Cambria Math" panose="02040503050406030204" pitchFamily="18" charset="0"/>
                            </a:rPr>
                            <m:t>𝑖</m:t>
                          </m:r>
                          <m:r>
                            <a:rPr lang="ar-AE">
                              <a:latin typeface="Cambria Math" panose="02040503050406030204" pitchFamily="18" charset="0"/>
                            </a:rPr>
                            <m:t>,</m:t>
                          </m:r>
                          <m:r>
                            <m:rPr>
                              <m:nor/>
                            </m:rPr>
                            <a:rPr lang="en-IN" i="1"/>
                            <m:t>mem</m:t>
                          </m:r>
                        </m:sub>
                      </m:sSub>
                      <m:r>
                        <a:rPr lang="ar-AE">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i="1">
                                  <a:latin typeface="Cambria Math" panose="02040503050406030204" pitchFamily="18" charset="0"/>
                                </a:rPr>
                                <m:t>𝛿</m:t>
                              </m:r>
                            </m:e>
                            <m:sub>
                              <m:r>
                                <m:rPr>
                                  <m:nor/>
                                </m:rPr>
                                <a:rPr lang="en-IN" i="1"/>
                                <m:t>mem</m:t>
                              </m:r>
                            </m:sub>
                          </m:sSub>
                        </m:num>
                        <m:den>
                          <m:sSub>
                            <m:sSubPr>
                              <m:ctrlPr>
                                <a:rPr lang="ar-AE" i="1">
                                  <a:latin typeface="Cambria Math" panose="02040503050406030204" pitchFamily="18" charset="0"/>
                                </a:rPr>
                              </m:ctrlPr>
                            </m:sSubPr>
                            <m:e>
                              <m:r>
                                <a:rPr lang="ar-AE" i="1">
                                  <a:latin typeface="Cambria Math" panose="02040503050406030204" pitchFamily="18" charset="0"/>
                                </a:rPr>
                                <m:t>𝜎</m:t>
                              </m:r>
                            </m:e>
                            <m:sub>
                              <m:r>
                                <a:rPr lang="ar-AE" i="1">
                                  <a:latin typeface="Cambria Math" panose="02040503050406030204" pitchFamily="18" charset="0"/>
                                </a:rPr>
                                <m:t>𝑖</m:t>
                              </m:r>
                              <m:r>
                                <a:rPr lang="ar-AE">
                                  <a:latin typeface="Cambria Math" panose="02040503050406030204" pitchFamily="18" charset="0"/>
                                </a:rPr>
                                <m:t>,</m:t>
                              </m:r>
                              <m:r>
                                <m:rPr>
                                  <m:nor/>
                                </m:rPr>
                                <a:rPr lang="en-IN" i="1"/>
                                <m:t>mem</m:t>
                              </m:r>
                            </m:sub>
                          </m:sSub>
                          <m:r>
                            <m:rPr>
                              <m:nor/>
                            </m:rPr>
                            <a:rPr lang="ar-AE" i="1"/>
                            <m:t> </m:t>
                          </m:r>
                          <m:sSub>
                            <m:sSubPr>
                              <m:ctrlPr>
                                <a:rPr lang="ar-AE" i="1">
                                  <a:latin typeface="Cambria Math" panose="02040503050406030204" pitchFamily="18" charset="0"/>
                                </a:rPr>
                              </m:ctrlPr>
                            </m:sSubPr>
                            <m:e>
                              <m:r>
                                <a:rPr lang="ar-AE" i="1">
                                  <a:latin typeface="Cambria Math" panose="02040503050406030204" pitchFamily="18" charset="0"/>
                                </a:rPr>
                                <m:t>𝐴</m:t>
                              </m:r>
                            </m:e>
                            <m:sub>
                              <m:r>
                                <m:rPr>
                                  <m:nor/>
                                </m:rPr>
                                <a:rPr lang="en-IN" i="1"/>
                                <m:t>mem</m:t>
                              </m:r>
                            </m:sub>
                          </m:sSub>
                        </m:den>
                      </m:f>
                    </m:oMath>
                  </m:oMathPara>
                </a14:m>
                <a:endParaRPr lang="ar-AE" sz="3200" b="0" dirty="0"/>
              </a:p>
              <a:p>
                <a:r>
                  <a:rPr lang="en-IN" sz="3200" dirty="0"/>
                  <a:t>Total ohmic drop:</a:t>
                </a:r>
              </a:p>
              <a:p>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𝜂</m:t>
                          </m:r>
                        </m:e>
                        <m:sub>
                          <m:r>
                            <m:rPr>
                              <m:nor/>
                            </m:rPr>
                            <a:rPr lang="en-IN" i="1"/>
                            <m:t>ohmic</m:t>
                          </m:r>
                        </m:sub>
                      </m:sSub>
                      <m:r>
                        <a:rPr lang="ar-AE">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𝑖</m:t>
                          </m:r>
                        </m:num>
                        <m:den>
                          <m:sSub>
                            <m:sSubPr>
                              <m:ctrlPr>
                                <a:rPr lang="ar-AE" i="1">
                                  <a:latin typeface="Cambria Math" panose="02040503050406030204" pitchFamily="18" charset="0"/>
                                </a:rPr>
                              </m:ctrlPr>
                            </m:sSubPr>
                            <m:e>
                              <m:r>
                                <a:rPr lang="ar-AE" i="1">
                                  <a:latin typeface="Cambria Math" panose="02040503050406030204" pitchFamily="18" charset="0"/>
                                </a:rPr>
                                <m:t>𝐴</m:t>
                              </m:r>
                            </m:e>
                            <m:sub>
                              <m:r>
                                <m:rPr>
                                  <m:nor/>
                                </m:rPr>
                                <a:rPr lang="en-US" b="0" i="1" smtClean="0"/>
                                <m:t>electrode</m:t>
                              </m:r>
                            </m:sub>
                          </m:sSub>
                        </m:den>
                      </m:f>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𝑅</m:t>
                              </m:r>
                            </m:e>
                            <m:sub>
                              <m:r>
                                <a:rPr lang="ar-AE" i="1">
                                  <a:latin typeface="Cambria Math" panose="02040503050406030204" pitchFamily="18" charset="0"/>
                                </a:rPr>
                                <m:t>𝑖</m:t>
                              </m:r>
                              <m:r>
                                <a:rPr lang="ar-AE">
                                  <a:latin typeface="Cambria Math" panose="02040503050406030204" pitchFamily="18" charset="0"/>
                                </a:rPr>
                                <m:t>,</m:t>
                              </m:r>
                              <m:r>
                                <m:rPr>
                                  <m:nor/>
                                </m:rPr>
                                <a:rPr lang="en-IN" i="1"/>
                                <m:t>mem</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𝑅</m:t>
                              </m:r>
                            </m:e>
                            <m:sub>
                              <m:r>
                                <m:rPr>
                                  <m:nor/>
                                </m:rPr>
                                <a:rPr lang="en-IN" i="1"/>
                                <m:t>assembly</m:t>
                              </m:r>
                            </m:sub>
                          </m:sSub>
                        </m:e>
                      </m:d>
                    </m:oMath>
                  </m:oMathPara>
                </a14:m>
                <a:endParaRPr lang="ar-AE" sz="3200" b="0" dirty="0"/>
              </a:p>
              <a:p>
                <a:endParaRPr lang="en-IN" sz="3200" b="1" baseline="-25000" dirty="0"/>
              </a:p>
              <a:p>
                <a:endParaRPr lang="en-IN" sz="3200" b="1" baseline="-25000" dirty="0"/>
              </a:p>
            </p:txBody>
          </p:sp>
        </mc:Choice>
        <mc:Fallback xmlns="">
          <p:sp>
            <p:nvSpPr>
              <p:cNvPr id="3" name="Subtitle 2">
                <a:extLst>
                  <a:ext uri="{FF2B5EF4-FFF2-40B4-BE49-F238E27FC236}">
                    <a16:creationId xmlns:a16="http://schemas.microsoft.com/office/drawing/2014/main" id="{4DF561E3-C6E6-0310-43A5-4DA0D52AC7E4}"/>
                  </a:ext>
                </a:extLst>
              </p:cNvPr>
              <p:cNvSpPr>
                <a:spLocks noGrp="1" noRot="1" noChangeAspect="1" noMove="1" noResize="1" noEditPoints="1" noAdjustHandles="1" noChangeArrowheads="1" noChangeShapeType="1" noTextEdit="1"/>
              </p:cNvSpPr>
              <p:nvPr>
                <p:ph type="subTitle" idx="1"/>
              </p:nvPr>
            </p:nvSpPr>
            <p:spPr>
              <a:xfrm>
                <a:off x="978569" y="2428459"/>
                <a:ext cx="10852742" cy="3024790"/>
              </a:xfrm>
              <a:blipFill>
                <a:blip r:embed="rId2"/>
                <a:stretch>
                  <a:fillRect t="-6439"/>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7B71B586-F5A1-372D-2434-7048048E2059}"/>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CCD8694A-8D03-5691-0B45-A3332FAAA566}"/>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1C1A2886-E861-BECD-F2DE-36A31A218B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F259C6F1-151B-EE28-CD0C-4E5F0A01615A}"/>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DD0499BE-DF14-7A9B-05E4-FBA9DEE0A3A4}"/>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a:t>
            </a:r>
            <a:endParaRPr lang="en-IN" dirty="0"/>
          </a:p>
        </p:txBody>
      </p:sp>
      <p:sp>
        <p:nvSpPr>
          <p:cNvPr id="5" name="TextBox 4">
            <a:extLst>
              <a:ext uri="{FF2B5EF4-FFF2-40B4-BE49-F238E27FC236}">
                <a16:creationId xmlns:a16="http://schemas.microsoft.com/office/drawing/2014/main" id="{807886FF-3780-5186-25FF-5E08C975E30A}"/>
              </a:ext>
            </a:extLst>
          </p:cNvPr>
          <p:cNvSpPr txBox="1"/>
          <p:nvPr/>
        </p:nvSpPr>
        <p:spPr>
          <a:xfrm>
            <a:off x="10504511" y="7202905"/>
            <a:ext cx="1326800" cy="5078313"/>
          </a:xfrm>
          <a:prstGeom prst="rect">
            <a:avLst/>
          </a:prstGeom>
          <a:noFill/>
        </p:spPr>
        <p:txBody>
          <a:bodyPr wrap="square" rtlCol="0">
            <a:sp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8" name="TextBox 7">
            <a:extLst>
              <a:ext uri="{FF2B5EF4-FFF2-40B4-BE49-F238E27FC236}">
                <a16:creationId xmlns:a16="http://schemas.microsoft.com/office/drawing/2014/main" id="{DED8B7F1-2A36-BED7-DC0D-E006A1936C91}"/>
              </a:ext>
            </a:extLst>
          </p:cNvPr>
          <p:cNvSpPr txBox="1"/>
          <p:nvPr/>
        </p:nvSpPr>
        <p:spPr>
          <a:xfrm>
            <a:off x="658760" y="1189409"/>
            <a:ext cx="6280484" cy="707886"/>
          </a:xfrm>
          <a:prstGeom prst="rect">
            <a:avLst/>
          </a:prstGeom>
          <a:noFill/>
        </p:spPr>
        <p:txBody>
          <a:bodyPr wrap="square">
            <a:spAutoFit/>
          </a:bodyPr>
          <a:lstStyle/>
          <a:p>
            <a:r>
              <a:rPr lang="en-US" sz="4000" b="1" dirty="0">
                <a:solidFill>
                  <a:srgbClr val="92D050"/>
                </a:solidFill>
              </a:rPr>
              <a:t>Theory:</a:t>
            </a:r>
            <a:endParaRPr lang="en-IN" sz="4000" b="1" dirty="0">
              <a:solidFill>
                <a:srgbClr val="92D050"/>
              </a:solidFill>
            </a:endParaRPr>
          </a:p>
        </p:txBody>
      </p:sp>
    </p:spTree>
    <p:extLst>
      <p:ext uri="{BB962C8B-B14F-4D97-AF65-F5344CB8AC3E}">
        <p14:creationId xmlns:p14="http://schemas.microsoft.com/office/powerpoint/2010/main" val="3141457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783F8-5D02-1D2B-799B-DA386D314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AABADE-62CA-5DBA-F1F2-C928EB3FC774}"/>
              </a:ext>
            </a:extLst>
          </p:cNvPr>
          <p:cNvSpPr>
            <a:spLocks noGrp="1"/>
          </p:cNvSpPr>
          <p:nvPr>
            <p:ph type="ctrTitle"/>
          </p:nvPr>
        </p:nvSpPr>
        <p:spPr>
          <a:xfrm>
            <a:off x="147484" y="1854201"/>
            <a:ext cx="11828206" cy="574258"/>
          </a:xfrm>
        </p:spPr>
        <p:txBody>
          <a:bodyPr>
            <a:noAutofit/>
          </a:bodyPr>
          <a:lstStyle/>
          <a:p>
            <a:r>
              <a:rPr lang="en-US" sz="4400" b="1" u="sng" dirty="0">
                <a:solidFill>
                  <a:srgbClr val="0070C0"/>
                </a:solidFill>
              </a:rPr>
              <a:t>Concentration Overpotential</a:t>
            </a:r>
            <a:endParaRPr lang="en-IN" sz="4400" b="1" u="sng" dirty="0">
              <a:solidFill>
                <a:srgbClr val="0070C0"/>
              </a:solidFill>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E4D63524-A25B-CA07-2963-09DB6683603F}"/>
                  </a:ext>
                </a:extLst>
              </p:cNvPr>
              <p:cNvSpPr>
                <a:spLocks noGrp="1"/>
              </p:cNvSpPr>
              <p:nvPr>
                <p:ph type="subTitle" idx="1"/>
              </p:nvPr>
            </p:nvSpPr>
            <p:spPr>
              <a:xfrm>
                <a:off x="417095" y="2529797"/>
                <a:ext cx="11415253" cy="2923452"/>
              </a:xfrm>
            </p:spPr>
            <p:txBody>
              <a:bodyPr>
                <a:normAutofit fontScale="92500" lnSpcReduction="10000"/>
              </a:bodyPr>
              <a:lstStyle/>
              <a:p>
                <a:pPr/>
                <a14:m>
                  <m:oMathPara xmlns:m="http://schemas.openxmlformats.org/officeDocument/2006/math">
                    <m:oMathParaPr>
                      <m:jc m:val="centerGroup"/>
                    </m:oMathParaPr>
                    <m:oMath xmlns:m="http://schemas.openxmlformats.org/officeDocument/2006/math">
                      <m:sSub>
                        <m:sSubPr>
                          <m:ctrlPr>
                            <a:rPr lang="pt-BR" sz="3200" b="1" i="1" smtClean="0">
                              <a:latin typeface="Cambria Math" panose="02040503050406030204" pitchFamily="18" charset="0"/>
                            </a:rPr>
                          </m:ctrlPr>
                        </m:sSubPr>
                        <m:e>
                          <m:r>
                            <a:rPr lang="pt-BR" sz="3200" b="1" i="1">
                              <a:latin typeface="Cambria Math" panose="02040503050406030204" pitchFamily="18" charset="0"/>
                            </a:rPr>
                            <m:t>𝜼</m:t>
                          </m:r>
                        </m:e>
                        <m:sub>
                          <m:r>
                            <a:rPr lang="pt-BR" sz="3200" b="1" i="1">
                              <a:latin typeface="Cambria Math" panose="02040503050406030204" pitchFamily="18" charset="0"/>
                            </a:rPr>
                            <m:t>𝒄</m:t>
                          </m:r>
                          <m:r>
                            <m:rPr>
                              <m:sty m:val="p"/>
                            </m:rPr>
                            <a:rPr lang="en-IN" sz="3200" b="1" i="1" smtClean="0">
                              <a:latin typeface="Cambria Math" panose="02040503050406030204" pitchFamily="18" charset="0"/>
                            </a:rPr>
                            <m:t>onc</m:t>
                          </m:r>
                        </m:sub>
                      </m:sSub>
                      <m:r>
                        <a:rPr lang="pt-BR" sz="3200" b="1" i="1">
                          <a:latin typeface="Cambria Math" panose="02040503050406030204" pitchFamily="18" charset="0"/>
                        </a:rPr>
                        <m:t>=</m:t>
                      </m:r>
                      <m:d>
                        <m:dPr>
                          <m:ctrlPr>
                            <a:rPr lang="pt-BR" sz="3200" b="1" i="1">
                              <a:latin typeface="Cambria Math" panose="02040503050406030204" pitchFamily="18" charset="0"/>
                            </a:rPr>
                          </m:ctrlPr>
                        </m:dPr>
                        <m:e>
                          <m:r>
                            <a:rPr lang="pt-BR" sz="3200" b="1" i="1">
                              <a:latin typeface="Cambria Math" panose="02040503050406030204" pitchFamily="18" charset="0"/>
                            </a:rPr>
                            <m:t>𝑹𝑻</m:t>
                          </m:r>
                        </m:e>
                      </m:d>
                      <m:r>
                        <m:rPr>
                          <m:lit/>
                        </m:rPr>
                        <a:rPr lang="pt-BR" sz="3200" b="1" i="1">
                          <a:latin typeface="Cambria Math" panose="02040503050406030204" pitchFamily="18" charset="0"/>
                        </a:rPr>
                        <m:t>/</m:t>
                      </m:r>
                      <m:d>
                        <m:dPr>
                          <m:ctrlPr>
                            <a:rPr lang="pt-BR" sz="3200" b="1" i="1">
                              <a:latin typeface="Cambria Math" panose="02040503050406030204" pitchFamily="18" charset="0"/>
                            </a:rPr>
                          </m:ctrlPr>
                        </m:dPr>
                        <m:e>
                          <m:r>
                            <a:rPr lang="pt-BR" sz="3200" b="1" i="1">
                              <a:latin typeface="Cambria Math" panose="02040503050406030204" pitchFamily="18" charset="0"/>
                            </a:rPr>
                            <m:t>𝟒</m:t>
                          </m:r>
                          <m:r>
                            <a:rPr lang="pt-BR" sz="3200" b="1" i="1">
                              <a:latin typeface="Cambria Math" panose="02040503050406030204" pitchFamily="18" charset="0"/>
                            </a:rPr>
                            <m:t>𝑭</m:t>
                          </m:r>
                        </m:e>
                      </m:d>
                      <m:r>
                        <a:rPr lang="pt-BR" sz="3200" b="1" i="1">
                          <a:latin typeface="Cambria Math" panose="02040503050406030204" pitchFamily="18" charset="0"/>
                        </a:rPr>
                        <m:t>𝒍𝒏</m:t>
                      </m:r>
                      <m:d>
                        <m:dPr>
                          <m:ctrlPr>
                            <a:rPr lang="pt-BR" sz="3200" b="1" i="1">
                              <a:latin typeface="Cambria Math" panose="02040503050406030204" pitchFamily="18" charset="0"/>
                            </a:rPr>
                          </m:ctrlPr>
                        </m:dPr>
                        <m:e>
                          <m:d>
                            <m:dPr>
                              <m:ctrlPr>
                                <a:rPr lang="pt-BR" sz="3200" b="1" i="1">
                                  <a:latin typeface="Cambria Math" panose="02040503050406030204" pitchFamily="18" charset="0"/>
                                </a:rPr>
                              </m:ctrlPr>
                            </m:dPr>
                            <m:e>
                              <m:sSub>
                                <m:sSubPr>
                                  <m:ctrlPr>
                                    <a:rPr lang="pt-BR" sz="3200" b="1" i="1">
                                      <a:latin typeface="Cambria Math" panose="02040503050406030204" pitchFamily="18" charset="0"/>
                                    </a:rPr>
                                  </m:ctrlPr>
                                </m:sSubPr>
                                <m:e>
                                  <m:r>
                                    <a:rPr lang="pt-BR" sz="3200" b="1" i="1">
                                      <a:latin typeface="Cambria Math" panose="02040503050406030204" pitchFamily="18" charset="0"/>
                                    </a:rPr>
                                    <m:t>𝑪</m:t>
                                  </m:r>
                                </m:e>
                                <m:sub>
                                  <m:d>
                                    <m:dPr>
                                      <m:ctrlPr>
                                        <a:rPr lang="pt-BR" sz="3200" b="1" i="1">
                                          <a:latin typeface="Cambria Math" panose="02040503050406030204" pitchFamily="18" charset="0"/>
                                        </a:rPr>
                                      </m:ctrlPr>
                                    </m:dPr>
                                    <m:e>
                                      <m:sSub>
                                        <m:sSubPr>
                                          <m:ctrlPr>
                                            <a:rPr lang="pt-BR" sz="3200" b="1" i="1">
                                              <a:latin typeface="Cambria Math" panose="02040503050406030204" pitchFamily="18" charset="0"/>
                                            </a:rPr>
                                          </m:ctrlPr>
                                        </m:sSubPr>
                                        <m:e>
                                          <m:r>
                                            <a:rPr lang="pt-BR" sz="3200" b="1" i="1">
                                              <a:latin typeface="Cambria Math" panose="02040503050406030204" pitchFamily="18" charset="0"/>
                                            </a:rPr>
                                            <m:t>𝑶</m:t>
                                          </m:r>
                                        </m:e>
                                        <m:sub>
                                          <m:r>
                                            <a:rPr lang="pt-BR" sz="3200" b="1" i="1">
                                              <a:latin typeface="Cambria Math" panose="02040503050406030204" pitchFamily="18" charset="0"/>
                                            </a:rPr>
                                            <m:t>𝟐</m:t>
                                          </m:r>
                                        </m:sub>
                                      </m:sSub>
                                      <m:r>
                                        <a:rPr lang="pt-BR" sz="3200" b="1" i="1">
                                          <a:latin typeface="Cambria Math" panose="02040503050406030204" pitchFamily="18" charset="0"/>
                                        </a:rPr>
                                        <m:t>,</m:t>
                                      </m:r>
                                      <m:r>
                                        <a:rPr lang="pt-BR" sz="3200" b="1" i="1">
                                          <a:latin typeface="Cambria Math" panose="02040503050406030204" pitchFamily="18" charset="0"/>
                                        </a:rPr>
                                        <m:t>𝒎</m:t>
                                      </m:r>
                                    </m:e>
                                    <m:e>
                                      <m:r>
                                        <a:rPr lang="pt-BR" sz="3200" b="1" i="1">
                                          <a:latin typeface="Cambria Math" panose="02040503050406030204" pitchFamily="18" charset="0"/>
                                        </a:rPr>
                                        <m:t>𝒆</m:t>
                                      </m:r>
                                    </m:e>
                                  </m:d>
                                </m:sub>
                              </m:sSub>
                            </m:e>
                          </m:d>
                          <m:r>
                            <m:rPr>
                              <m:lit/>
                            </m:rPr>
                            <a:rPr lang="pt-BR" sz="3200" b="1" i="1">
                              <a:latin typeface="Cambria Math" panose="02040503050406030204" pitchFamily="18" charset="0"/>
                            </a:rPr>
                            <m:t>/</m:t>
                          </m:r>
                          <m:d>
                            <m:dPr>
                              <m:ctrlPr>
                                <a:rPr lang="pt-BR" sz="3200" b="1" i="1">
                                  <a:latin typeface="Cambria Math" panose="02040503050406030204" pitchFamily="18" charset="0"/>
                                </a:rPr>
                              </m:ctrlPr>
                            </m:dPr>
                            <m:e>
                              <m:sSub>
                                <m:sSubPr>
                                  <m:ctrlPr>
                                    <a:rPr lang="pt-BR" sz="3200" b="1" i="1">
                                      <a:latin typeface="Cambria Math" panose="02040503050406030204" pitchFamily="18" charset="0"/>
                                    </a:rPr>
                                  </m:ctrlPr>
                                </m:sSubPr>
                                <m:e>
                                  <m:r>
                                    <a:rPr lang="pt-BR" sz="3200" b="1" i="1">
                                      <a:latin typeface="Cambria Math" panose="02040503050406030204" pitchFamily="18" charset="0"/>
                                    </a:rPr>
                                    <m:t>𝑪</m:t>
                                  </m:r>
                                </m:e>
                                <m:sub>
                                  <m:d>
                                    <m:dPr>
                                      <m:ctrlPr>
                                        <a:rPr lang="pt-BR" sz="3200" b="1" i="1">
                                          <a:latin typeface="Cambria Math" panose="02040503050406030204" pitchFamily="18" charset="0"/>
                                        </a:rPr>
                                      </m:ctrlPr>
                                    </m:dPr>
                                    <m:e>
                                      <m:sSub>
                                        <m:sSubPr>
                                          <m:ctrlPr>
                                            <a:rPr lang="pt-BR" sz="3200" b="1" i="1">
                                              <a:latin typeface="Cambria Math" panose="02040503050406030204" pitchFamily="18" charset="0"/>
                                            </a:rPr>
                                          </m:ctrlPr>
                                        </m:sSubPr>
                                        <m:e>
                                          <m:r>
                                            <a:rPr lang="pt-BR" sz="3200" b="1" i="1">
                                              <a:latin typeface="Cambria Math" panose="02040503050406030204" pitchFamily="18" charset="0"/>
                                            </a:rPr>
                                            <m:t>𝑶</m:t>
                                          </m:r>
                                        </m:e>
                                        <m:sub>
                                          <m:r>
                                            <a:rPr lang="pt-BR" sz="3200" b="1" i="1">
                                              <a:latin typeface="Cambria Math" panose="02040503050406030204" pitchFamily="18" charset="0"/>
                                            </a:rPr>
                                            <m:t>𝟐</m:t>
                                          </m:r>
                                        </m:sub>
                                      </m:sSub>
                                      <m:r>
                                        <a:rPr lang="pt-BR" sz="3200" b="1" i="1">
                                          <a:latin typeface="Cambria Math" panose="02040503050406030204" pitchFamily="18" charset="0"/>
                                        </a:rPr>
                                        <m:t>,</m:t>
                                      </m:r>
                                      <m:r>
                                        <a:rPr lang="pt-BR" sz="3200" b="1" i="1">
                                          <a:latin typeface="Cambria Math" panose="02040503050406030204" pitchFamily="18" charset="0"/>
                                        </a:rPr>
                                        <m:t>𝒎</m:t>
                                      </m:r>
                                    </m:e>
                                    <m:e>
                                      <m:r>
                                        <a:rPr lang="pt-BR" sz="3200" b="1" i="1">
                                          <a:latin typeface="Cambria Math" panose="02040503050406030204" pitchFamily="18" charset="0"/>
                                        </a:rPr>
                                        <m:t>𝒆</m:t>
                                      </m:r>
                                      <m:r>
                                        <a:rPr lang="pt-BR" sz="3200" b="1" i="1">
                                          <a:latin typeface="Cambria Math" panose="02040503050406030204" pitchFamily="18" charset="0"/>
                                        </a:rPr>
                                        <m:t>,</m:t>
                                      </m:r>
                                      <m:r>
                                        <a:rPr lang="pt-BR" sz="3200" b="1" i="1">
                                          <a:latin typeface="Cambria Math" panose="02040503050406030204" pitchFamily="18" charset="0"/>
                                        </a:rPr>
                                        <m:t>𝟎</m:t>
                                      </m:r>
                                    </m:e>
                                  </m:d>
                                </m:sub>
                              </m:sSub>
                            </m:e>
                          </m:d>
                        </m:e>
                      </m:d>
                      <m:r>
                        <a:rPr lang="pt-BR" sz="3200" b="1" i="1">
                          <a:latin typeface="Cambria Math" panose="02040503050406030204" pitchFamily="18" charset="0"/>
                        </a:rPr>
                        <m:t>+</m:t>
                      </m:r>
                      <m:d>
                        <m:dPr>
                          <m:ctrlPr>
                            <a:rPr lang="pt-BR" sz="3200" b="1" i="1">
                              <a:latin typeface="Cambria Math" panose="02040503050406030204" pitchFamily="18" charset="0"/>
                            </a:rPr>
                          </m:ctrlPr>
                        </m:dPr>
                        <m:e>
                          <m:r>
                            <a:rPr lang="pt-BR" sz="3200" b="1" i="1">
                              <a:latin typeface="Cambria Math" panose="02040503050406030204" pitchFamily="18" charset="0"/>
                            </a:rPr>
                            <m:t>𝑹𝑻</m:t>
                          </m:r>
                        </m:e>
                      </m:d>
                      <m:r>
                        <m:rPr>
                          <m:lit/>
                        </m:rPr>
                        <a:rPr lang="pt-BR" sz="3200" b="1" i="1">
                          <a:latin typeface="Cambria Math" panose="02040503050406030204" pitchFamily="18" charset="0"/>
                        </a:rPr>
                        <m:t>/</m:t>
                      </m:r>
                      <m:d>
                        <m:dPr>
                          <m:ctrlPr>
                            <a:rPr lang="pt-BR" sz="3200" b="1" i="1">
                              <a:latin typeface="Cambria Math" panose="02040503050406030204" pitchFamily="18" charset="0"/>
                            </a:rPr>
                          </m:ctrlPr>
                        </m:dPr>
                        <m:e>
                          <m:r>
                            <a:rPr lang="pt-BR" sz="3200" b="1" i="1">
                              <a:latin typeface="Cambria Math" panose="02040503050406030204" pitchFamily="18" charset="0"/>
                            </a:rPr>
                            <m:t>𝟐</m:t>
                          </m:r>
                          <m:r>
                            <a:rPr lang="pt-BR" sz="3200" b="1" i="1">
                              <a:latin typeface="Cambria Math" panose="02040503050406030204" pitchFamily="18" charset="0"/>
                            </a:rPr>
                            <m:t>𝑭</m:t>
                          </m:r>
                        </m:e>
                      </m:d>
                      <m:r>
                        <a:rPr lang="pt-BR" sz="3200" b="1" i="1">
                          <a:latin typeface="Cambria Math" panose="02040503050406030204" pitchFamily="18" charset="0"/>
                        </a:rPr>
                        <m:t>𝒍𝒏</m:t>
                      </m:r>
                      <m:d>
                        <m:dPr>
                          <m:ctrlPr>
                            <a:rPr lang="pt-BR" sz="3200" b="1" i="1">
                              <a:latin typeface="Cambria Math" panose="02040503050406030204" pitchFamily="18" charset="0"/>
                            </a:rPr>
                          </m:ctrlPr>
                        </m:dPr>
                        <m:e>
                          <m:d>
                            <m:dPr>
                              <m:ctrlPr>
                                <a:rPr lang="pt-BR" sz="3200" b="1" i="1">
                                  <a:latin typeface="Cambria Math" panose="02040503050406030204" pitchFamily="18" charset="0"/>
                                </a:rPr>
                              </m:ctrlPr>
                            </m:dPr>
                            <m:e>
                              <m:sSub>
                                <m:sSubPr>
                                  <m:ctrlPr>
                                    <a:rPr lang="pt-BR" sz="3200" b="1" i="1">
                                      <a:latin typeface="Cambria Math" panose="02040503050406030204" pitchFamily="18" charset="0"/>
                                    </a:rPr>
                                  </m:ctrlPr>
                                </m:sSubPr>
                                <m:e>
                                  <m:r>
                                    <a:rPr lang="pt-BR" sz="3200" b="1" i="1">
                                      <a:latin typeface="Cambria Math" panose="02040503050406030204" pitchFamily="18" charset="0"/>
                                    </a:rPr>
                                    <m:t>𝑪</m:t>
                                  </m:r>
                                </m:e>
                                <m:sub>
                                  <m:d>
                                    <m:dPr>
                                      <m:ctrlPr>
                                        <a:rPr lang="pt-BR" sz="3200" b="1" i="1">
                                          <a:latin typeface="Cambria Math" panose="02040503050406030204" pitchFamily="18" charset="0"/>
                                        </a:rPr>
                                      </m:ctrlPr>
                                    </m:dPr>
                                    <m:e>
                                      <m:sSub>
                                        <m:sSubPr>
                                          <m:ctrlPr>
                                            <a:rPr lang="pt-BR" sz="3200" b="1" i="1">
                                              <a:latin typeface="Cambria Math" panose="02040503050406030204" pitchFamily="18" charset="0"/>
                                            </a:rPr>
                                          </m:ctrlPr>
                                        </m:sSubPr>
                                        <m:e>
                                          <m:r>
                                            <a:rPr lang="pt-BR" sz="3200" b="1" i="1">
                                              <a:latin typeface="Cambria Math" panose="02040503050406030204" pitchFamily="18" charset="0"/>
                                            </a:rPr>
                                            <m:t>𝑯</m:t>
                                          </m:r>
                                        </m:e>
                                        <m:sub>
                                          <m:r>
                                            <a:rPr lang="pt-BR" sz="3200" b="1" i="1">
                                              <a:latin typeface="Cambria Math" panose="02040503050406030204" pitchFamily="18" charset="0"/>
                                            </a:rPr>
                                            <m:t>𝟐</m:t>
                                          </m:r>
                                        </m:sub>
                                      </m:sSub>
                                      <m:r>
                                        <a:rPr lang="pt-BR" sz="3200" b="1" i="1">
                                          <a:latin typeface="Cambria Math" panose="02040503050406030204" pitchFamily="18" charset="0"/>
                                        </a:rPr>
                                        <m:t>,</m:t>
                                      </m:r>
                                      <m:r>
                                        <a:rPr lang="pt-BR" sz="3200" b="1" i="1">
                                          <a:latin typeface="Cambria Math" panose="02040503050406030204" pitchFamily="18" charset="0"/>
                                        </a:rPr>
                                        <m:t>𝒎</m:t>
                                      </m:r>
                                    </m:e>
                                    <m:e>
                                      <m:r>
                                        <a:rPr lang="pt-BR" sz="3200" b="1" i="1">
                                          <a:latin typeface="Cambria Math" panose="02040503050406030204" pitchFamily="18" charset="0"/>
                                        </a:rPr>
                                        <m:t>𝒆</m:t>
                                      </m:r>
                                    </m:e>
                                  </m:d>
                                </m:sub>
                              </m:sSub>
                            </m:e>
                          </m:d>
                          <m:r>
                            <m:rPr>
                              <m:lit/>
                            </m:rPr>
                            <a:rPr lang="pt-BR" sz="3200" b="1" i="1">
                              <a:latin typeface="Cambria Math" panose="02040503050406030204" pitchFamily="18" charset="0"/>
                            </a:rPr>
                            <m:t>/</m:t>
                          </m:r>
                          <m:d>
                            <m:dPr>
                              <m:ctrlPr>
                                <a:rPr lang="pt-BR" sz="3200" b="1" i="1">
                                  <a:latin typeface="Cambria Math" panose="02040503050406030204" pitchFamily="18" charset="0"/>
                                </a:rPr>
                              </m:ctrlPr>
                            </m:dPr>
                            <m:e>
                              <m:sSub>
                                <m:sSubPr>
                                  <m:ctrlPr>
                                    <a:rPr lang="pt-BR" sz="3200" b="1" i="1">
                                      <a:latin typeface="Cambria Math" panose="02040503050406030204" pitchFamily="18" charset="0"/>
                                    </a:rPr>
                                  </m:ctrlPr>
                                </m:sSubPr>
                                <m:e>
                                  <m:r>
                                    <a:rPr lang="pt-BR" sz="3200" b="1" i="1">
                                      <a:latin typeface="Cambria Math" panose="02040503050406030204" pitchFamily="18" charset="0"/>
                                    </a:rPr>
                                    <m:t>𝑪</m:t>
                                  </m:r>
                                </m:e>
                                <m:sub>
                                  <m:d>
                                    <m:dPr>
                                      <m:ctrlPr>
                                        <a:rPr lang="pt-BR" sz="3200" b="1" i="1">
                                          <a:latin typeface="Cambria Math" panose="02040503050406030204" pitchFamily="18" charset="0"/>
                                        </a:rPr>
                                      </m:ctrlPr>
                                    </m:dPr>
                                    <m:e>
                                      <m:sSub>
                                        <m:sSubPr>
                                          <m:ctrlPr>
                                            <a:rPr lang="pt-BR" sz="3200" b="1" i="1">
                                              <a:latin typeface="Cambria Math" panose="02040503050406030204" pitchFamily="18" charset="0"/>
                                            </a:rPr>
                                          </m:ctrlPr>
                                        </m:sSubPr>
                                        <m:e>
                                          <m:r>
                                            <a:rPr lang="pt-BR" sz="3200" b="1" i="1">
                                              <a:latin typeface="Cambria Math" panose="02040503050406030204" pitchFamily="18" charset="0"/>
                                            </a:rPr>
                                            <m:t>𝑯</m:t>
                                          </m:r>
                                        </m:e>
                                        <m:sub>
                                          <m:r>
                                            <a:rPr lang="pt-BR" sz="3200" b="1" i="1">
                                              <a:latin typeface="Cambria Math" panose="02040503050406030204" pitchFamily="18" charset="0"/>
                                            </a:rPr>
                                            <m:t>𝟐</m:t>
                                          </m:r>
                                        </m:sub>
                                      </m:sSub>
                                      <m:r>
                                        <a:rPr lang="pt-BR" sz="3200" b="1" i="1">
                                          <a:latin typeface="Cambria Math" panose="02040503050406030204" pitchFamily="18" charset="0"/>
                                        </a:rPr>
                                        <m:t>,</m:t>
                                      </m:r>
                                      <m:r>
                                        <a:rPr lang="pt-BR" sz="3200" b="1" i="1">
                                          <a:latin typeface="Cambria Math" panose="02040503050406030204" pitchFamily="18" charset="0"/>
                                        </a:rPr>
                                        <m:t>𝒎</m:t>
                                      </m:r>
                                    </m:e>
                                    <m:e>
                                      <m:r>
                                        <a:rPr lang="pt-BR" sz="3200" b="1" i="1">
                                          <a:latin typeface="Cambria Math" panose="02040503050406030204" pitchFamily="18" charset="0"/>
                                        </a:rPr>
                                        <m:t>𝒆</m:t>
                                      </m:r>
                                      <m:r>
                                        <a:rPr lang="pt-BR" sz="3200" b="1" i="1">
                                          <a:latin typeface="Cambria Math" panose="02040503050406030204" pitchFamily="18" charset="0"/>
                                        </a:rPr>
                                        <m:t>,</m:t>
                                      </m:r>
                                      <m:r>
                                        <a:rPr lang="pt-BR" sz="3200" b="1" i="1">
                                          <a:latin typeface="Cambria Math" panose="02040503050406030204" pitchFamily="18" charset="0"/>
                                        </a:rPr>
                                        <m:t>𝟎</m:t>
                                      </m:r>
                                    </m:e>
                                  </m:d>
                                </m:sub>
                              </m:sSub>
                            </m:e>
                          </m:d>
                        </m:e>
                      </m:d>
                    </m:oMath>
                  </m:oMathPara>
                </a14:m>
                <a:endParaRPr lang="en-IN" sz="3200" b="1" dirty="0"/>
              </a:p>
              <a:p>
                <a:r>
                  <a:rPr lang="en-US" dirty="0"/>
                  <a:t>where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𝐶</m:t>
                        </m:r>
                      </m:e>
                      <m:sub>
                        <m:sSub>
                          <m:sSubPr>
                            <m:ctrlPr>
                              <a:rPr lang="en-IN" b="0" i="1" smtClean="0">
                                <a:latin typeface="Cambria Math" panose="02040503050406030204" pitchFamily="18" charset="0"/>
                              </a:rPr>
                            </m:ctrlPr>
                          </m:sSubPr>
                          <m:e>
                            <m:r>
                              <a:rPr lang="en-IN" b="0" i="1" smtClean="0">
                                <a:latin typeface="Cambria Math" panose="02040503050406030204" pitchFamily="18" charset="0"/>
                              </a:rPr>
                              <m:t>𝐻</m:t>
                            </m:r>
                          </m:e>
                          <m:sub>
                            <m:r>
                              <a:rPr lang="en-IN" b="0" i="1" smtClean="0">
                                <a:latin typeface="Cambria Math" panose="02040503050406030204" pitchFamily="18" charset="0"/>
                              </a:rPr>
                              <m:t>2</m:t>
                            </m:r>
                          </m:sub>
                        </m:sSub>
                      </m:sub>
                    </m:sSub>
                  </m:oMath>
                </a14:m>
                <a:r>
                  <a:rPr lang="en-US" dirty="0"/>
                  <a:t>and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𝐶</m:t>
                        </m:r>
                      </m:e>
                      <m:sub>
                        <m:sSub>
                          <m:sSubPr>
                            <m:ctrlPr>
                              <a:rPr lang="en-IN" b="0" i="1" smtClean="0">
                                <a:latin typeface="Cambria Math" panose="02040503050406030204" pitchFamily="18" charset="0"/>
                              </a:rPr>
                            </m:ctrlPr>
                          </m:sSubPr>
                          <m:e>
                            <m:r>
                              <a:rPr lang="en-IN" b="0" i="1" smtClean="0">
                                <a:latin typeface="Cambria Math" panose="02040503050406030204" pitchFamily="18" charset="0"/>
                              </a:rPr>
                              <m:t>𝑂</m:t>
                            </m:r>
                          </m:e>
                          <m:sub>
                            <m:r>
                              <a:rPr lang="en-IN" b="0" i="1" smtClean="0">
                                <a:latin typeface="Cambria Math" panose="02040503050406030204" pitchFamily="18" charset="0"/>
                              </a:rPr>
                              <m:t>2</m:t>
                            </m:r>
                          </m:sub>
                        </m:sSub>
                      </m:sub>
                    </m:sSub>
                  </m:oMath>
                </a14:m>
                <a:r>
                  <a:rPr lang="en-US" dirty="0"/>
                  <a:t>  are concentrations of Hydrogen and Oxygen, </a:t>
                </a:r>
                <a:r>
                  <a:rPr lang="en-IN" b="0" dirty="0"/>
                  <a:t>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𝐶</m:t>
                        </m:r>
                      </m:e>
                      <m:sub>
                        <m:sSub>
                          <m:sSubPr>
                            <m:ctrlPr>
                              <a:rPr lang="en-IN" b="0" i="1" smtClean="0">
                                <a:latin typeface="Cambria Math" panose="02040503050406030204" pitchFamily="18" charset="0"/>
                              </a:rPr>
                            </m:ctrlPr>
                          </m:sSubPr>
                          <m:e>
                            <m:r>
                              <a:rPr lang="en-IN" b="0" i="1" smtClean="0">
                                <a:latin typeface="Cambria Math" panose="02040503050406030204" pitchFamily="18" charset="0"/>
                              </a:rPr>
                              <m:t>𝐻</m:t>
                            </m:r>
                          </m:e>
                          <m:sub>
                            <m:r>
                              <a:rPr lang="en-IN" b="0" i="1" smtClean="0">
                                <a:latin typeface="Cambria Math" panose="02040503050406030204" pitchFamily="18" charset="0"/>
                              </a:rPr>
                              <m:t>2</m:t>
                            </m:r>
                          </m:sub>
                        </m:sSub>
                        <m:r>
                          <a:rPr lang="en-IN" b="0" i="1" smtClean="0">
                            <a:latin typeface="Cambria Math" panose="02040503050406030204" pitchFamily="18" charset="0"/>
                          </a:rPr>
                          <m:t>,</m:t>
                        </m:r>
                        <m:r>
                          <a:rPr lang="en-IN" b="0" i="1" smtClean="0">
                            <a:latin typeface="Cambria Math" panose="02040503050406030204" pitchFamily="18" charset="0"/>
                          </a:rPr>
                          <m:t>0</m:t>
                        </m:r>
                      </m:sub>
                    </m:sSub>
                    <m:r>
                      <a:rPr lang="en-IN" b="0" i="1" smtClean="0">
                        <a:latin typeface="Cambria Math" panose="02040503050406030204" pitchFamily="18" charset="0"/>
                      </a:rPr>
                      <m:t> </m:t>
                    </m:r>
                  </m:oMath>
                </a14:m>
                <a:r>
                  <a:rPr lang="en-US" dirty="0"/>
                  <a:t> and </a:t>
                </a:r>
                <a:r>
                  <a:rPr lang="en-IN" b="0" dirty="0"/>
                  <a:t>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𝐶</m:t>
                        </m:r>
                      </m:e>
                      <m:sub>
                        <m:sSub>
                          <m:sSubPr>
                            <m:ctrlPr>
                              <a:rPr lang="en-IN" b="0" i="1" smtClean="0">
                                <a:latin typeface="Cambria Math" panose="02040503050406030204" pitchFamily="18" charset="0"/>
                              </a:rPr>
                            </m:ctrlPr>
                          </m:sSubPr>
                          <m:e>
                            <m:r>
                              <a:rPr lang="en-IN" b="0" i="1" smtClean="0">
                                <a:latin typeface="Cambria Math" panose="02040503050406030204" pitchFamily="18" charset="0"/>
                              </a:rPr>
                              <m:t>𝑂</m:t>
                            </m:r>
                          </m:e>
                          <m:sub>
                            <m:r>
                              <a:rPr lang="en-IN" b="0" i="1" smtClean="0">
                                <a:latin typeface="Cambria Math" panose="02040503050406030204" pitchFamily="18" charset="0"/>
                              </a:rPr>
                              <m:t>2</m:t>
                            </m:r>
                          </m:sub>
                        </m:sSub>
                        <m:r>
                          <a:rPr lang="en-IN" b="0" i="1" smtClean="0">
                            <a:latin typeface="Cambria Math" panose="02040503050406030204" pitchFamily="18" charset="0"/>
                          </a:rPr>
                          <m:t>,</m:t>
                        </m:r>
                        <m:r>
                          <a:rPr lang="en-IN" b="0" i="1" smtClean="0">
                            <a:latin typeface="Cambria Math" panose="02040503050406030204" pitchFamily="18" charset="0"/>
                          </a:rPr>
                          <m:t>0</m:t>
                        </m:r>
                      </m:sub>
                    </m:sSub>
                    <m:r>
                      <a:rPr lang="en-IN" b="0" i="1" smtClean="0">
                        <a:latin typeface="Cambria Math" panose="02040503050406030204" pitchFamily="18" charset="0"/>
                      </a:rPr>
                      <m:t> </m:t>
                    </m:r>
                  </m:oMath>
                </a14:m>
                <a:r>
                  <a:rPr lang="en-US" dirty="0"/>
                  <a:t> are concentrations of Hydrogen and Oxygen at standard conditions, </a:t>
                </a:r>
                <a:r>
                  <a:rPr lang="en-US" dirty="0" err="1"/>
                  <a:t>m|e</a:t>
                </a:r>
                <a:r>
                  <a:rPr lang="en-US" dirty="0"/>
                  <a:t> is membrane and electrode interface</a:t>
                </a:r>
                <a:endParaRPr lang="en-IN" sz="3200" b="1" dirty="0"/>
              </a:p>
            </p:txBody>
          </p:sp>
        </mc:Choice>
        <mc:Fallback xmlns="">
          <p:sp>
            <p:nvSpPr>
              <p:cNvPr id="3" name="Subtitle 2">
                <a:extLst>
                  <a:ext uri="{FF2B5EF4-FFF2-40B4-BE49-F238E27FC236}">
                    <a16:creationId xmlns:a16="http://schemas.microsoft.com/office/drawing/2014/main" id="{E4D63524-A25B-CA07-2963-09DB6683603F}"/>
                  </a:ext>
                </a:extLst>
              </p:cNvPr>
              <p:cNvSpPr>
                <a:spLocks noGrp="1" noRot="1" noChangeAspect="1" noMove="1" noResize="1" noEditPoints="1" noAdjustHandles="1" noChangeArrowheads="1" noChangeShapeType="1" noTextEdit="1"/>
              </p:cNvSpPr>
              <p:nvPr>
                <p:ph type="subTitle" idx="1"/>
              </p:nvPr>
            </p:nvSpPr>
            <p:spPr>
              <a:xfrm>
                <a:off x="417095" y="2529797"/>
                <a:ext cx="11415253" cy="2923452"/>
              </a:xfrm>
              <a:blipFill>
                <a:blip r:embed="rId2"/>
                <a:stretch>
                  <a:fillRect b="-3542"/>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D54A03AD-B5C1-1D57-6161-BAE2A9EE6BB3}"/>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AC369D51-CEE9-6694-AEFE-7BD885483FB1}"/>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4C8980E4-2118-120C-80A6-A0CDD30AB4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91E1193E-0BA2-3FF7-9B6A-05169D166B2B}"/>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0CF45B16-159B-F359-5EA4-2C1FD211AD02}"/>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9</a:t>
            </a:r>
            <a:endParaRPr lang="en-IN" dirty="0"/>
          </a:p>
        </p:txBody>
      </p:sp>
      <p:sp>
        <p:nvSpPr>
          <p:cNvPr id="7" name="TextBox 6">
            <a:extLst>
              <a:ext uri="{FF2B5EF4-FFF2-40B4-BE49-F238E27FC236}">
                <a16:creationId xmlns:a16="http://schemas.microsoft.com/office/drawing/2014/main" id="{307B21D1-DCEA-A319-D99F-4A35A302ED2C}"/>
              </a:ext>
            </a:extLst>
          </p:cNvPr>
          <p:cNvSpPr txBox="1"/>
          <p:nvPr/>
        </p:nvSpPr>
        <p:spPr>
          <a:xfrm>
            <a:off x="658760" y="1132324"/>
            <a:ext cx="6280484" cy="707886"/>
          </a:xfrm>
          <a:prstGeom prst="rect">
            <a:avLst/>
          </a:prstGeom>
          <a:noFill/>
        </p:spPr>
        <p:txBody>
          <a:bodyPr wrap="square">
            <a:spAutoFit/>
          </a:bodyPr>
          <a:lstStyle/>
          <a:p>
            <a:r>
              <a:rPr lang="en-US" sz="4000" b="1" dirty="0">
                <a:solidFill>
                  <a:srgbClr val="92D050"/>
                </a:solidFill>
              </a:rPr>
              <a:t>Theory:</a:t>
            </a:r>
            <a:endParaRPr lang="en-IN" sz="4000" b="1" dirty="0">
              <a:solidFill>
                <a:srgbClr val="92D050"/>
              </a:solidFill>
            </a:endParaRPr>
          </a:p>
        </p:txBody>
      </p:sp>
    </p:spTree>
    <p:extLst>
      <p:ext uri="{BB962C8B-B14F-4D97-AF65-F5344CB8AC3E}">
        <p14:creationId xmlns:p14="http://schemas.microsoft.com/office/powerpoint/2010/main" val="3230874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43241-E8CD-1490-C679-F060F68D2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8BA619-AC95-5B09-048D-3B5244C6EDEE}"/>
              </a:ext>
            </a:extLst>
          </p:cNvPr>
          <p:cNvSpPr>
            <a:spLocks noGrp="1"/>
          </p:cNvSpPr>
          <p:nvPr>
            <p:ph type="ctrTitle"/>
          </p:nvPr>
        </p:nvSpPr>
        <p:spPr>
          <a:xfrm>
            <a:off x="147484" y="1854201"/>
            <a:ext cx="11828206" cy="574258"/>
          </a:xfrm>
        </p:spPr>
        <p:txBody>
          <a:bodyPr>
            <a:noAutofit/>
          </a:bodyPr>
          <a:lstStyle/>
          <a:p>
            <a:r>
              <a:rPr lang="en-US" sz="4400" b="1" u="sng" dirty="0">
                <a:solidFill>
                  <a:srgbClr val="0070C0"/>
                </a:solidFill>
              </a:rPr>
              <a:t>Aspen Semi-Empirical Voltage Model</a:t>
            </a:r>
            <a:endParaRPr lang="en-IN" sz="4400" b="1" u="sng" dirty="0">
              <a:solidFill>
                <a:srgbClr val="0070C0"/>
              </a:solidFill>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8E8F967D-432D-7CA3-ED1B-9980239B737D}"/>
                  </a:ext>
                </a:extLst>
              </p:cNvPr>
              <p:cNvSpPr>
                <a:spLocks noGrp="1"/>
              </p:cNvSpPr>
              <p:nvPr>
                <p:ph type="subTitle" idx="1"/>
              </p:nvPr>
            </p:nvSpPr>
            <p:spPr>
              <a:xfrm>
                <a:off x="417095" y="2529797"/>
                <a:ext cx="11415253" cy="2923452"/>
              </a:xfrm>
            </p:spPr>
            <p:txBody>
              <a:bodyPr>
                <a:normAutofit fontScale="85000" lnSpcReduction="20000"/>
              </a:bodyPr>
              <a:lstStyle/>
              <a:p>
                <a:pPr algn="l"/>
                <a:r>
                  <a:rPr lang="en-IN" dirty="0"/>
                  <a:t>The AEM electrolyser voltage in Aspen Plus is represented using a semi-empirical relation:</a:t>
                </a:r>
              </a:p>
              <a:p>
                <a:r>
                  <a:rPr lang="en-IN" dirty="0"/>
                  <a:t>𝑉=𝐸rev+𝑟𝐼+𝑠ln⁡(1+𝑡𝐼) </a:t>
                </a:r>
              </a:p>
              <a:p>
                <a:pPr algn="l"/>
                <a:r>
                  <a:rPr lang="en-IN" b="1" dirty="0"/>
                  <a:t>Term meanings:</a:t>
                </a:r>
                <a:endParaRPr lang="en-IN" dirty="0"/>
              </a:p>
              <a:p>
                <a:pPr lvl="1" algn="l"/>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𝐸</m:t>
                        </m:r>
                      </m:e>
                      <m:sub>
                        <m:r>
                          <m:rPr>
                            <m:nor/>
                          </m:rPr>
                          <a:rPr lang="en-IN" i="1"/>
                          <m:t>rev</m:t>
                        </m:r>
                      </m:sub>
                    </m:sSub>
                  </m:oMath>
                </a14:m>
                <a:r>
                  <a:rPr lang="ar-AE" dirty="0"/>
                  <a:t>: </a:t>
                </a:r>
                <a:r>
                  <a:rPr lang="en-IN" dirty="0"/>
                  <a:t>reversible thermodynamic voltage</a:t>
                </a:r>
              </a:p>
              <a:p>
                <a:pPr lvl="1" algn="l"/>
                <a14:m>
                  <m:oMath xmlns:m="http://schemas.openxmlformats.org/officeDocument/2006/math">
                    <m:r>
                      <a:rPr lang="en-IN" i="1">
                        <a:latin typeface="Cambria Math" panose="02040503050406030204" pitchFamily="18" charset="0"/>
                      </a:rPr>
                      <m:t>𝑟𝐼</m:t>
                    </m:r>
                  </m:oMath>
                </a14:m>
                <a:r>
                  <a:rPr lang="en-IN" dirty="0"/>
                  <a:t>: linear </a:t>
                </a:r>
                <a:r>
                  <a:rPr lang="en-IN" b="1" dirty="0"/>
                  <a:t>ohmic</a:t>
                </a:r>
                <a:r>
                  <a:rPr lang="en-IN" dirty="0"/>
                  <a:t> contribution</a:t>
                </a:r>
              </a:p>
              <a:p>
                <a:pPr lvl="1" algn="l"/>
                <a:r>
                  <a:rPr lang="en-IN" dirty="0"/>
                  <a:t>𝑠ln⁡(1+𝑡𝐼) : </a:t>
                </a:r>
                <a:r>
                  <a:rPr lang="en-IN" b="1" dirty="0"/>
                  <a:t>combined activation + concentration</a:t>
                </a:r>
                <a:r>
                  <a:rPr lang="en-IN" dirty="0"/>
                  <a:t> overpotential</a:t>
                </a:r>
              </a:p>
              <a:p>
                <a:pPr algn="l"/>
                <a:r>
                  <a:rPr lang="en-IN" b="1" dirty="0"/>
                  <a:t>Model notes:</a:t>
                </a:r>
                <a:endParaRPr lang="en-IN" dirty="0"/>
              </a:p>
              <a:p>
                <a:pPr lvl="1" algn="l"/>
                <a:r>
                  <a:rPr lang="en-IN" dirty="0"/>
                  <a:t>Aspen provides the parameters </a:t>
                </a:r>
                <a14:m>
                  <m:oMath xmlns:m="http://schemas.openxmlformats.org/officeDocument/2006/math">
                    <m:r>
                      <a:rPr lang="en-IN" i="1">
                        <a:latin typeface="Cambria Math" panose="02040503050406030204" pitchFamily="18" charset="0"/>
                      </a:rPr>
                      <m:t>𝑟</m:t>
                    </m:r>
                  </m:oMath>
                </a14:m>
                <a:r>
                  <a:rPr lang="en-IN" dirty="0"/>
                  <a:t>, </a:t>
                </a:r>
                <a14:m>
                  <m:oMath xmlns:m="http://schemas.openxmlformats.org/officeDocument/2006/math">
                    <m:r>
                      <a:rPr lang="en-IN" i="1">
                        <a:latin typeface="Cambria Math" panose="02040503050406030204" pitchFamily="18" charset="0"/>
                      </a:rPr>
                      <m:t>𝑠</m:t>
                    </m:r>
                  </m:oMath>
                </a14:m>
                <a:r>
                  <a:rPr lang="en-IN" dirty="0"/>
                  <a:t>, and </a:t>
                </a:r>
                <a14:m>
                  <m:oMath xmlns:m="http://schemas.openxmlformats.org/officeDocument/2006/math">
                    <m:r>
                      <a:rPr lang="en-IN" i="1">
                        <a:latin typeface="Cambria Math" panose="02040503050406030204" pitchFamily="18" charset="0"/>
                      </a:rPr>
                      <m:t>𝑡</m:t>
                    </m:r>
                  </m:oMath>
                </a14:m>
                <a:r>
                  <a:rPr lang="en-IN" dirty="0"/>
                  <a:t>.</a:t>
                </a:r>
              </a:p>
              <a:p>
                <a:pPr lvl="1" algn="l"/>
                <a:r>
                  <a:rPr lang="en-IN" dirty="0"/>
                  <a:t>The logarithmic term inherently captures </a:t>
                </a:r>
                <a:r>
                  <a:rPr lang="en-IN" b="1" dirty="0"/>
                  <a:t>Tafel-type behaviour</a:t>
                </a:r>
                <a:r>
                  <a:rPr lang="en-IN" dirty="0"/>
                  <a:t>, suitable for both AWE and AEM technology.</a:t>
                </a:r>
              </a:p>
              <a:p>
                <a:pPr lvl="1" algn="l"/>
                <a:r>
                  <a:rPr lang="en-IN" dirty="0"/>
                  <a:t>Therefore, </a:t>
                </a:r>
                <a:r>
                  <a:rPr lang="en-IN" b="1" dirty="0"/>
                  <a:t>no additional parameter tuning</a:t>
                </a:r>
                <a:r>
                  <a:rPr lang="en-IN" dirty="0"/>
                  <a:t> was necessary for this work.</a:t>
                </a:r>
              </a:p>
            </p:txBody>
          </p:sp>
        </mc:Choice>
        <mc:Fallback xmlns="">
          <p:sp>
            <p:nvSpPr>
              <p:cNvPr id="3" name="Subtitle 2">
                <a:extLst>
                  <a:ext uri="{FF2B5EF4-FFF2-40B4-BE49-F238E27FC236}">
                    <a16:creationId xmlns:a16="http://schemas.microsoft.com/office/drawing/2014/main" id="{8E8F967D-432D-7CA3-ED1B-9980239B737D}"/>
                  </a:ext>
                </a:extLst>
              </p:cNvPr>
              <p:cNvSpPr>
                <a:spLocks noGrp="1" noRot="1" noChangeAspect="1" noMove="1" noResize="1" noEditPoints="1" noAdjustHandles="1" noChangeArrowheads="1" noChangeShapeType="1" noTextEdit="1"/>
              </p:cNvSpPr>
              <p:nvPr>
                <p:ph type="subTitle" idx="1"/>
              </p:nvPr>
            </p:nvSpPr>
            <p:spPr>
              <a:xfrm>
                <a:off x="417095" y="2529797"/>
                <a:ext cx="11415253" cy="2923452"/>
              </a:xfrm>
              <a:blipFill>
                <a:blip r:embed="rId2"/>
                <a:stretch>
                  <a:fillRect l="-534" t="-3958"/>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92952B79-8669-EECB-7FE3-D9BF015808DF}"/>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1A74F51B-E042-AB17-C80F-3C313547104F}"/>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E7155C95-04BA-8A47-D0E2-6A65402BEA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3EFD1701-FF8B-7C71-95F4-B2928AE2DCC2}"/>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25EC2CCA-3CBA-0C00-67BD-693CD1E40161}"/>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a:t>
            </a:r>
            <a:endParaRPr lang="en-IN" dirty="0"/>
          </a:p>
        </p:txBody>
      </p:sp>
      <p:sp>
        <p:nvSpPr>
          <p:cNvPr id="7" name="TextBox 6">
            <a:extLst>
              <a:ext uri="{FF2B5EF4-FFF2-40B4-BE49-F238E27FC236}">
                <a16:creationId xmlns:a16="http://schemas.microsoft.com/office/drawing/2014/main" id="{6ABF464E-3EDC-FD5D-B9D1-4E17E7177B5A}"/>
              </a:ext>
            </a:extLst>
          </p:cNvPr>
          <p:cNvSpPr txBox="1"/>
          <p:nvPr/>
        </p:nvSpPr>
        <p:spPr>
          <a:xfrm>
            <a:off x="658760" y="1132324"/>
            <a:ext cx="6280484" cy="707886"/>
          </a:xfrm>
          <a:prstGeom prst="rect">
            <a:avLst/>
          </a:prstGeom>
          <a:noFill/>
        </p:spPr>
        <p:txBody>
          <a:bodyPr wrap="square">
            <a:spAutoFit/>
          </a:bodyPr>
          <a:lstStyle/>
          <a:p>
            <a:r>
              <a:rPr lang="en-US" sz="4000" b="1" dirty="0">
                <a:solidFill>
                  <a:srgbClr val="92D050"/>
                </a:solidFill>
              </a:rPr>
              <a:t>Methodology:</a:t>
            </a:r>
            <a:endParaRPr lang="en-IN" sz="4000" b="1" dirty="0">
              <a:solidFill>
                <a:srgbClr val="92D050"/>
              </a:solidFill>
            </a:endParaRPr>
          </a:p>
        </p:txBody>
      </p:sp>
    </p:spTree>
    <p:extLst>
      <p:ext uri="{BB962C8B-B14F-4D97-AF65-F5344CB8AC3E}">
        <p14:creationId xmlns:p14="http://schemas.microsoft.com/office/powerpoint/2010/main" val="1699974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85CDE-E485-512E-F485-5138E5CFB5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C000F-8E1C-610C-1812-19BA41449CB8}"/>
              </a:ext>
            </a:extLst>
          </p:cNvPr>
          <p:cNvSpPr>
            <a:spLocks noGrp="1"/>
          </p:cNvSpPr>
          <p:nvPr>
            <p:ph type="ctrTitle"/>
          </p:nvPr>
        </p:nvSpPr>
        <p:spPr>
          <a:xfrm>
            <a:off x="363794" y="1697395"/>
            <a:ext cx="11828206" cy="574258"/>
          </a:xfrm>
        </p:spPr>
        <p:txBody>
          <a:bodyPr>
            <a:noAutofit/>
          </a:bodyPr>
          <a:lstStyle/>
          <a:p>
            <a:r>
              <a:rPr lang="en-US" sz="4400" b="1" u="sng" dirty="0">
                <a:solidFill>
                  <a:srgbClr val="0070C0"/>
                </a:solidFill>
              </a:rPr>
              <a:t>Aspen Semi-Empirical Voltage Model</a:t>
            </a:r>
            <a:endParaRPr lang="en-IN" sz="4400" b="1" u="sng" dirty="0">
              <a:solidFill>
                <a:srgbClr val="0070C0"/>
              </a:solidFill>
            </a:endParaRPr>
          </a:p>
        </p:txBody>
      </p:sp>
      <p:sp>
        <p:nvSpPr>
          <p:cNvPr id="4" name="TextBox 3">
            <a:extLst>
              <a:ext uri="{FF2B5EF4-FFF2-40B4-BE49-F238E27FC236}">
                <a16:creationId xmlns:a16="http://schemas.microsoft.com/office/drawing/2014/main" id="{A82767E1-B02D-6958-3BBB-3E1D49BD9501}"/>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9CE276AB-0267-5773-5EC5-4BB4E1A1FC85}"/>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923B02E1-ECD1-8527-FF3D-55470C51A2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9C295E9F-146B-7886-A1AB-1E5F974E9C1D}"/>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151D5C55-1910-C784-B085-DD8DF7810D50}"/>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11</a:t>
            </a:r>
            <a:endParaRPr lang="en-IN" dirty="0"/>
          </a:p>
        </p:txBody>
      </p:sp>
      <p:sp>
        <p:nvSpPr>
          <p:cNvPr id="7" name="TextBox 6">
            <a:extLst>
              <a:ext uri="{FF2B5EF4-FFF2-40B4-BE49-F238E27FC236}">
                <a16:creationId xmlns:a16="http://schemas.microsoft.com/office/drawing/2014/main" id="{5D187EAF-A0DB-B52C-7DE5-1839F9F15C4E}"/>
              </a:ext>
            </a:extLst>
          </p:cNvPr>
          <p:cNvSpPr txBox="1"/>
          <p:nvPr/>
        </p:nvSpPr>
        <p:spPr>
          <a:xfrm>
            <a:off x="658760" y="1132324"/>
            <a:ext cx="6280484" cy="707886"/>
          </a:xfrm>
          <a:prstGeom prst="rect">
            <a:avLst/>
          </a:prstGeom>
          <a:noFill/>
        </p:spPr>
        <p:txBody>
          <a:bodyPr wrap="square">
            <a:spAutoFit/>
          </a:bodyPr>
          <a:lstStyle/>
          <a:p>
            <a:r>
              <a:rPr lang="en-US" sz="4000" b="1" dirty="0">
                <a:solidFill>
                  <a:srgbClr val="92D050"/>
                </a:solidFill>
              </a:rPr>
              <a:t>Methodology:</a:t>
            </a:r>
            <a:endParaRPr lang="en-IN" sz="4000" b="1" dirty="0">
              <a:solidFill>
                <a:srgbClr val="92D050"/>
              </a:solidFill>
            </a:endParaRPr>
          </a:p>
        </p:txBody>
      </p:sp>
      <p:pic>
        <p:nvPicPr>
          <p:cNvPr id="8" name="Picture 7">
            <a:extLst>
              <a:ext uri="{FF2B5EF4-FFF2-40B4-BE49-F238E27FC236}">
                <a16:creationId xmlns:a16="http://schemas.microsoft.com/office/drawing/2014/main" id="{C92913DB-1CB9-CD20-8157-6E54E4EA2C5B}"/>
              </a:ext>
            </a:extLst>
          </p:cNvPr>
          <p:cNvPicPr>
            <a:picLocks noChangeAspect="1"/>
          </p:cNvPicPr>
          <p:nvPr/>
        </p:nvPicPr>
        <p:blipFill>
          <a:blip r:embed="rId3"/>
          <a:stretch>
            <a:fillRect/>
          </a:stretch>
        </p:blipFill>
        <p:spPr>
          <a:xfrm>
            <a:off x="8094754" y="2830614"/>
            <a:ext cx="3977408" cy="2788596"/>
          </a:xfrm>
          <a:prstGeom prst="rect">
            <a:avLst/>
          </a:prstGeom>
        </p:spPr>
      </p:pic>
      <p:graphicFrame>
        <p:nvGraphicFramePr>
          <p:cNvPr id="10" name="Table 9">
            <a:extLst>
              <a:ext uri="{FF2B5EF4-FFF2-40B4-BE49-F238E27FC236}">
                <a16:creationId xmlns:a16="http://schemas.microsoft.com/office/drawing/2014/main" id="{A9B33B41-50C0-1240-94BB-975FFF9B7094}"/>
              </a:ext>
            </a:extLst>
          </p:cNvPr>
          <p:cNvGraphicFramePr>
            <a:graphicFrameLocks noGrp="1"/>
          </p:cNvGraphicFramePr>
          <p:nvPr>
            <p:extLst>
              <p:ext uri="{D42A27DB-BD31-4B8C-83A1-F6EECF244321}">
                <p14:modId xmlns:p14="http://schemas.microsoft.com/office/powerpoint/2010/main" val="1894967808"/>
              </p:ext>
            </p:extLst>
          </p:nvPr>
        </p:nvGraphicFramePr>
        <p:xfrm>
          <a:off x="469101" y="2475717"/>
          <a:ext cx="4070814" cy="3655196"/>
        </p:xfrm>
        <a:graphic>
          <a:graphicData uri="http://schemas.openxmlformats.org/drawingml/2006/table">
            <a:tbl>
              <a:tblPr firstRow="1" bandRow="1">
                <a:tableStyleId>{5C22544A-7EE6-4342-B048-85BDC9FD1C3A}</a:tableStyleId>
              </a:tblPr>
              <a:tblGrid>
                <a:gridCol w="2035407">
                  <a:extLst>
                    <a:ext uri="{9D8B030D-6E8A-4147-A177-3AD203B41FA5}">
                      <a16:colId xmlns:a16="http://schemas.microsoft.com/office/drawing/2014/main" val="194974743"/>
                    </a:ext>
                  </a:extLst>
                </a:gridCol>
                <a:gridCol w="2035407">
                  <a:extLst>
                    <a:ext uri="{9D8B030D-6E8A-4147-A177-3AD203B41FA5}">
                      <a16:colId xmlns:a16="http://schemas.microsoft.com/office/drawing/2014/main" val="257126362"/>
                    </a:ext>
                  </a:extLst>
                </a:gridCol>
              </a:tblGrid>
              <a:tr h="271910">
                <a:tc>
                  <a:txBody>
                    <a:bodyPr/>
                    <a:lstStyle/>
                    <a:p>
                      <a:pPr>
                        <a:buNone/>
                      </a:pPr>
                      <a:r>
                        <a:rPr lang="en-IN" sz="1200" b="1" dirty="0"/>
                        <a:t>Parameter</a:t>
                      </a:r>
                      <a:endParaRPr lang="en-IN" sz="1200" dirty="0"/>
                    </a:p>
                  </a:txBody>
                  <a:tcPr anchor="ctr"/>
                </a:tc>
                <a:tc>
                  <a:txBody>
                    <a:bodyPr/>
                    <a:lstStyle/>
                    <a:p>
                      <a:pPr>
                        <a:buNone/>
                      </a:pPr>
                      <a:r>
                        <a:rPr lang="en-IN" sz="1200" b="1" dirty="0"/>
                        <a:t>Value</a:t>
                      </a:r>
                      <a:endParaRPr lang="en-IN" sz="1200" dirty="0"/>
                    </a:p>
                  </a:txBody>
                  <a:tcPr anchor="ctr"/>
                </a:tc>
                <a:extLst>
                  <a:ext uri="{0D108BD9-81ED-4DB2-BD59-A6C34878D82A}">
                    <a16:rowId xmlns:a16="http://schemas.microsoft.com/office/drawing/2014/main" val="3738886524"/>
                  </a:ext>
                </a:extLst>
              </a:tr>
              <a:tr h="271910">
                <a:tc>
                  <a:txBody>
                    <a:bodyPr/>
                    <a:lstStyle/>
                    <a:p>
                      <a:pPr>
                        <a:buNone/>
                      </a:pPr>
                      <a:r>
                        <a:rPr lang="en-IN" sz="1200"/>
                        <a:t>Cathode Active Area</a:t>
                      </a:r>
                    </a:p>
                  </a:txBody>
                  <a:tcPr anchor="ctr"/>
                </a:tc>
                <a:tc>
                  <a:txBody>
                    <a:bodyPr/>
                    <a:lstStyle/>
                    <a:p>
                      <a:pPr>
                        <a:buNone/>
                      </a:pPr>
                      <a:r>
                        <a:rPr lang="en-IN" sz="1200"/>
                        <a:t>1 cm²</a:t>
                      </a:r>
                    </a:p>
                  </a:txBody>
                  <a:tcPr anchor="ctr"/>
                </a:tc>
                <a:extLst>
                  <a:ext uri="{0D108BD9-81ED-4DB2-BD59-A6C34878D82A}">
                    <a16:rowId xmlns:a16="http://schemas.microsoft.com/office/drawing/2014/main" val="3606402830"/>
                  </a:ext>
                </a:extLst>
              </a:tr>
              <a:tr h="271910">
                <a:tc>
                  <a:txBody>
                    <a:bodyPr/>
                    <a:lstStyle/>
                    <a:p>
                      <a:pPr>
                        <a:buNone/>
                      </a:pPr>
                      <a:r>
                        <a:rPr lang="en-IN" sz="1200"/>
                        <a:t>Anode Active Area</a:t>
                      </a:r>
                    </a:p>
                  </a:txBody>
                  <a:tcPr anchor="ctr"/>
                </a:tc>
                <a:tc>
                  <a:txBody>
                    <a:bodyPr/>
                    <a:lstStyle/>
                    <a:p>
                      <a:pPr>
                        <a:buNone/>
                      </a:pPr>
                      <a:r>
                        <a:rPr lang="en-IN" sz="1200"/>
                        <a:t>1 cm²</a:t>
                      </a:r>
                    </a:p>
                  </a:txBody>
                  <a:tcPr anchor="ctr"/>
                </a:tc>
                <a:extLst>
                  <a:ext uri="{0D108BD9-81ED-4DB2-BD59-A6C34878D82A}">
                    <a16:rowId xmlns:a16="http://schemas.microsoft.com/office/drawing/2014/main" val="3095940432"/>
                  </a:ext>
                </a:extLst>
              </a:tr>
              <a:tr h="475843">
                <a:tc>
                  <a:txBody>
                    <a:bodyPr/>
                    <a:lstStyle/>
                    <a:p>
                      <a:pPr>
                        <a:buNone/>
                      </a:pPr>
                      <a:r>
                        <a:rPr lang="en-IN" sz="1200"/>
                        <a:t>Thickness of cathode electrode</a:t>
                      </a:r>
                    </a:p>
                  </a:txBody>
                  <a:tcPr anchor="ctr"/>
                </a:tc>
                <a:tc>
                  <a:txBody>
                    <a:bodyPr/>
                    <a:lstStyle/>
                    <a:p>
                      <a:pPr>
                        <a:buNone/>
                      </a:pPr>
                      <a:r>
                        <a:rPr lang="en-IN" sz="1200" dirty="0"/>
                        <a:t>250 µm</a:t>
                      </a:r>
                    </a:p>
                  </a:txBody>
                  <a:tcPr anchor="ctr"/>
                </a:tc>
                <a:extLst>
                  <a:ext uri="{0D108BD9-81ED-4DB2-BD59-A6C34878D82A}">
                    <a16:rowId xmlns:a16="http://schemas.microsoft.com/office/drawing/2014/main" val="3926572157"/>
                  </a:ext>
                </a:extLst>
              </a:tr>
              <a:tr h="307427">
                <a:tc>
                  <a:txBody>
                    <a:bodyPr/>
                    <a:lstStyle/>
                    <a:p>
                      <a:pPr>
                        <a:buNone/>
                      </a:pPr>
                      <a:r>
                        <a:rPr lang="en-IN" sz="1200"/>
                        <a:t>Thickness of anode electrode</a:t>
                      </a:r>
                    </a:p>
                  </a:txBody>
                  <a:tcPr anchor="ctr"/>
                </a:tc>
                <a:tc>
                  <a:txBody>
                    <a:bodyPr/>
                    <a:lstStyle/>
                    <a:p>
                      <a:pPr>
                        <a:buNone/>
                      </a:pPr>
                      <a:r>
                        <a:rPr lang="en-IN" sz="1200" dirty="0"/>
                        <a:t>250 µm</a:t>
                      </a:r>
                    </a:p>
                  </a:txBody>
                  <a:tcPr anchor="ctr"/>
                </a:tc>
                <a:extLst>
                  <a:ext uri="{0D108BD9-81ED-4DB2-BD59-A6C34878D82A}">
                    <a16:rowId xmlns:a16="http://schemas.microsoft.com/office/drawing/2014/main" val="3731470130"/>
                  </a:ext>
                </a:extLst>
              </a:tr>
              <a:tr h="271910">
                <a:tc>
                  <a:txBody>
                    <a:bodyPr/>
                    <a:lstStyle/>
                    <a:p>
                      <a:pPr>
                        <a:buNone/>
                      </a:pPr>
                      <a:r>
                        <a:rPr lang="en-IN" sz="1200"/>
                        <a:t>Membrane Active Area</a:t>
                      </a:r>
                    </a:p>
                  </a:txBody>
                  <a:tcPr anchor="ctr"/>
                </a:tc>
                <a:tc>
                  <a:txBody>
                    <a:bodyPr/>
                    <a:lstStyle/>
                    <a:p>
                      <a:pPr>
                        <a:buNone/>
                      </a:pPr>
                      <a:r>
                        <a:rPr lang="en-IN" sz="1200" dirty="0"/>
                        <a:t>9 cm²</a:t>
                      </a:r>
                    </a:p>
                  </a:txBody>
                  <a:tcPr anchor="ctr"/>
                </a:tc>
                <a:extLst>
                  <a:ext uri="{0D108BD9-81ED-4DB2-BD59-A6C34878D82A}">
                    <a16:rowId xmlns:a16="http://schemas.microsoft.com/office/drawing/2014/main" val="1809122302"/>
                  </a:ext>
                </a:extLst>
              </a:tr>
              <a:tr h="271910">
                <a:tc>
                  <a:txBody>
                    <a:bodyPr/>
                    <a:lstStyle/>
                    <a:p>
                      <a:pPr>
                        <a:buNone/>
                      </a:pPr>
                      <a:r>
                        <a:rPr lang="en-IN" sz="1200"/>
                        <a:t>Membrane Thickness</a:t>
                      </a:r>
                    </a:p>
                  </a:txBody>
                  <a:tcPr anchor="ctr"/>
                </a:tc>
                <a:tc>
                  <a:txBody>
                    <a:bodyPr/>
                    <a:lstStyle/>
                    <a:p>
                      <a:pPr>
                        <a:buNone/>
                      </a:pPr>
                      <a:r>
                        <a:rPr lang="en-IN" sz="1200" dirty="0"/>
                        <a:t>60 µm</a:t>
                      </a:r>
                    </a:p>
                  </a:txBody>
                  <a:tcPr anchor="ctr"/>
                </a:tc>
                <a:extLst>
                  <a:ext uri="{0D108BD9-81ED-4DB2-BD59-A6C34878D82A}">
                    <a16:rowId xmlns:a16="http://schemas.microsoft.com/office/drawing/2014/main" val="2202411383"/>
                  </a:ext>
                </a:extLst>
              </a:tr>
              <a:tr h="271910">
                <a:tc>
                  <a:txBody>
                    <a:bodyPr/>
                    <a:lstStyle/>
                    <a:p>
                      <a:pPr>
                        <a:buNone/>
                      </a:pPr>
                      <a:r>
                        <a:rPr lang="en-IN" sz="1200"/>
                        <a:t>Stacks</a:t>
                      </a:r>
                    </a:p>
                  </a:txBody>
                  <a:tcPr anchor="ctr"/>
                </a:tc>
                <a:tc>
                  <a:txBody>
                    <a:bodyPr/>
                    <a:lstStyle/>
                    <a:p>
                      <a:pPr>
                        <a:buNone/>
                      </a:pPr>
                      <a:r>
                        <a:rPr lang="en-IN" sz="1200" dirty="0"/>
                        <a:t>1</a:t>
                      </a:r>
                    </a:p>
                  </a:txBody>
                  <a:tcPr anchor="ctr"/>
                </a:tc>
                <a:extLst>
                  <a:ext uri="{0D108BD9-81ED-4DB2-BD59-A6C34878D82A}">
                    <a16:rowId xmlns:a16="http://schemas.microsoft.com/office/drawing/2014/main" val="1287069342"/>
                  </a:ext>
                </a:extLst>
              </a:tr>
              <a:tr h="271910">
                <a:tc>
                  <a:txBody>
                    <a:bodyPr/>
                    <a:lstStyle/>
                    <a:p>
                      <a:pPr>
                        <a:buNone/>
                      </a:pPr>
                      <a:r>
                        <a:rPr lang="en-IN" sz="1200"/>
                        <a:t>Cells per stack</a:t>
                      </a:r>
                    </a:p>
                  </a:txBody>
                  <a:tcPr anchor="ctr"/>
                </a:tc>
                <a:tc>
                  <a:txBody>
                    <a:bodyPr/>
                    <a:lstStyle/>
                    <a:p>
                      <a:pPr>
                        <a:buNone/>
                      </a:pPr>
                      <a:r>
                        <a:rPr lang="en-IN" sz="1200" dirty="0"/>
                        <a:t>1</a:t>
                      </a:r>
                    </a:p>
                  </a:txBody>
                  <a:tcPr anchor="ctr"/>
                </a:tc>
                <a:extLst>
                  <a:ext uri="{0D108BD9-81ED-4DB2-BD59-A6C34878D82A}">
                    <a16:rowId xmlns:a16="http://schemas.microsoft.com/office/drawing/2014/main" val="306426927"/>
                  </a:ext>
                </a:extLst>
              </a:tr>
              <a:tr h="475843">
                <a:tc>
                  <a:txBody>
                    <a:bodyPr/>
                    <a:lstStyle/>
                    <a:p>
                      <a:pPr>
                        <a:buNone/>
                      </a:pPr>
                      <a:r>
                        <a:rPr lang="en-IN" sz="1200"/>
                        <a:t>Reference anode exchange current density</a:t>
                      </a:r>
                    </a:p>
                  </a:txBody>
                  <a:tcPr anchor="ctr"/>
                </a:tc>
                <a:tc>
                  <a:txBody>
                    <a:bodyPr/>
                    <a:lstStyle/>
                    <a:p>
                      <a:pPr>
                        <a:buNone/>
                      </a:pPr>
                      <a:r>
                        <a:rPr lang="en-IN" sz="1200"/>
                        <a:t>0.001</a:t>
                      </a:r>
                    </a:p>
                  </a:txBody>
                  <a:tcPr anchor="ctr"/>
                </a:tc>
                <a:extLst>
                  <a:ext uri="{0D108BD9-81ED-4DB2-BD59-A6C34878D82A}">
                    <a16:rowId xmlns:a16="http://schemas.microsoft.com/office/drawing/2014/main" val="38421139"/>
                  </a:ext>
                </a:extLst>
              </a:tr>
              <a:tr h="475843">
                <a:tc>
                  <a:txBody>
                    <a:bodyPr/>
                    <a:lstStyle/>
                    <a:p>
                      <a:pPr>
                        <a:buNone/>
                      </a:pPr>
                      <a:r>
                        <a:rPr lang="en-US" sz="1200"/>
                        <a:t>Reference cathode exchange current density</a:t>
                      </a:r>
                    </a:p>
                  </a:txBody>
                  <a:tcPr anchor="ctr"/>
                </a:tc>
                <a:tc>
                  <a:txBody>
                    <a:bodyPr/>
                    <a:lstStyle/>
                    <a:p>
                      <a:pPr>
                        <a:buNone/>
                      </a:pPr>
                      <a:r>
                        <a:rPr lang="en-IN" sz="1200" dirty="0"/>
                        <a:t>1×10⁻⁵</a:t>
                      </a:r>
                    </a:p>
                  </a:txBody>
                  <a:tcPr anchor="ctr"/>
                </a:tc>
                <a:extLst>
                  <a:ext uri="{0D108BD9-81ED-4DB2-BD59-A6C34878D82A}">
                    <a16:rowId xmlns:a16="http://schemas.microsoft.com/office/drawing/2014/main" val="2939509515"/>
                  </a:ext>
                </a:extLst>
              </a:tr>
            </a:tbl>
          </a:graphicData>
        </a:graphic>
      </p:graphicFrame>
      <p:sp>
        <p:nvSpPr>
          <p:cNvPr id="15" name="Subtitle 14">
            <a:extLst>
              <a:ext uri="{FF2B5EF4-FFF2-40B4-BE49-F238E27FC236}">
                <a16:creationId xmlns:a16="http://schemas.microsoft.com/office/drawing/2014/main" id="{BF556749-935E-8C2F-988C-C4A1FEC8A420}"/>
              </a:ext>
            </a:extLst>
          </p:cNvPr>
          <p:cNvSpPr>
            <a:spLocks noGrp="1"/>
          </p:cNvSpPr>
          <p:nvPr>
            <p:ph type="subTitle" idx="1"/>
          </p:nvPr>
        </p:nvSpPr>
        <p:spPr>
          <a:xfrm>
            <a:off x="691751" y="2297291"/>
            <a:ext cx="3107251" cy="264109"/>
          </a:xfrm>
        </p:spPr>
        <p:txBody>
          <a:bodyPr>
            <a:normAutofit fontScale="62500" lnSpcReduction="20000"/>
          </a:bodyPr>
          <a:lstStyle/>
          <a:p>
            <a:r>
              <a:rPr lang="en-US" dirty="0"/>
              <a:t>Structure Parameter</a:t>
            </a:r>
            <a:endParaRPr lang="en-IN" dirty="0"/>
          </a:p>
        </p:txBody>
      </p:sp>
      <p:graphicFrame>
        <p:nvGraphicFramePr>
          <p:cNvPr id="16" name="Table 15">
            <a:extLst>
              <a:ext uri="{FF2B5EF4-FFF2-40B4-BE49-F238E27FC236}">
                <a16:creationId xmlns:a16="http://schemas.microsoft.com/office/drawing/2014/main" id="{65707C18-445E-6386-64DA-030FFDA4C97F}"/>
              </a:ext>
            </a:extLst>
          </p:cNvPr>
          <p:cNvGraphicFramePr>
            <a:graphicFrameLocks noGrp="1"/>
          </p:cNvGraphicFramePr>
          <p:nvPr>
            <p:extLst>
              <p:ext uri="{D42A27DB-BD31-4B8C-83A1-F6EECF244321}">
                <p14:modId xmlns:p14="http://schemas.microsoft.com/office/powerpoint/2010/main" val="1129158939"/>
              </p:ext>
            </p:extLst>
          </p:nvPr>
        </p:nvGraphicFramePr>
        <p:xfrm>
          <a:off x="4762565" y="2506619"/>
          <a:ext cx="3107250" cy="3555692"/>
        </p:xfrm>
        <a:graphic>
          <a:graphicData uri="http://schemas.openxmlformats.org/drawingml/2006/table">
            <a:tbl>
              <a:tblPr firstRow="1" bandRow="1">
                <a:tableStyleId>{5C22544A-7EE6-4342-B048-85BDC9FD1C3A}</a:tableStyleId>
              </a:tblPr>
              <a:tblGrid>
                <a:gridCol w="1553625">
                  <a:extLst>
                    <a:ext uri="{9D8B030D-6E8A-4147-A177-3AD203B41FA5}">
                      <a16:colId xmlns:a16="http://schemas.microsoft.com/office/drawing/2014/main" val="3719668676"/>
                    </a:ext>
                  </a:extLst>
                </a:gridCol>
                <a:gridCol w="1553625">
                  <a:extLst>
                    <a:ext uri="{9D8B030D-6E8A-4147-A177-3AD203B41FA5}">
                      <a16:colId xmlns:a16="http://schemas.microsoft.com/office/drawing/2014/main" val="2942853483"/>
                    </a:ext>
                  </a:extLst>
                </a:gridCol>
              </a:tblGrid>
              <a:tr h="318295">
                <a:tc>
                  <a:txBody>
                    <a:bodyPr/>
                    <a:lstStyle/>
                    <a:p>
                      <a:pPr>
                        <a:buNone/>
                      </a:pPr>
                      <a:r>
                        <a:rPr lang="en-IN" b="1" dirty="0"/>
                        <a:t>Parameter</a:t>
                      </a:r>
                      <a:endParaRPr lang="en-IN" dirty="0"/>
                    </a:p>
                  </a:txBody>
                  <a:tcPr anchor="ctr"/>
                </a:tc>
                <a:tc>
                  <a:txBody>
                    <a:bodyPr/>
                    <a:lstStyle/>
                    <a:p>
                      <a:pPr>
                        <a:buNone/>
                      </a:pPr>
                      <a:r>
                        <a:rPr lang="en-IN" b="1"/>
                        <a:t>Value</a:t>
                      </a:r>
                      <a:endParaRPr lang="en-IN"/>
                    </a:p>
                  </a:txBody>
                  <a:tcPr anchor="ctr"/>
                </a:tc>
                <a:extLst>
                  <a:ext uri="{0D108BD9-81ED-4DB2-BD59-A6C34878D82A}">
                    <a16:rowId xmlns:a16="http://schemas.microsoft.com/office/drawing/2014/main" val="522123118"/>
                  </a:ext>
                </a:extLst>
              </a:tr>
              <a:tr h="557017">
                <a:tc>
                  <a:txBody>
                    <a:bodyPr/>
                    <a:lstStyle/>
                    <a:p>
                      <a:pPr>
                        <a:buNone/>
                      </a:pPr>
                      <a:r>
                        <a:rPr lang="en-IN"/>
                        <a:t>Total current</a:t>
                      </a:r>
                    </a:p>
                  </a:txBody>
                  <a:tcPr anchor="ctr"/>
                </a:tc>
                <a:tc>
                  <a:txBody>
                    <a:bodyPr/>
                    <a:lstStyle/>
                    <a:p>
                      <a:pPr>
                        <a:buNone/>
                      </a:pPr>
                      <a:r>
                        <a:rPr lang="en-IN"/>
                        <a:t>0.6 A</a:t>
                      </a:r>
                    </a:p>
                  </a:txBody>
                  <a:tcPr anchor="ctr"/>
                </a:tc>
                <a:extLst>
                  <a:ext uri="{0D108BD9-81ED-4DB2-BD59-A6C34878D82A}">
                    <a16:rowId xmlns:a16="http://schemas.microsoft.com/office/drawing/2014/main" val="2473594567"/>
                  </a:ext>
                </a:extLst>
              </a:tr>
              <a:tr h="795738">
                <a:tc>
                  <a:txBody>
                    <a:bodyPr/>
                    <a:lstStyle/>
                    <a:p>
                      <a:pPr>
                        <a:buNone/>
                      </a:pPr>
                      <a:r>
                        <a:rPr lang="en-IN"/>
                        <a:t>Temperature of electrolyser</a:t>
                      </a:r>
                    </a:p>
                  </a:txBody>
                  <a:tcPr anchor="ctr"/>
                </a:tc>
                <a:tc>
                  <a:txBody>
                    <a:bodyPr/>
                    <a:lstStyle/>
                    <a:p>
                      <a:pPr>
                        <a:buNone/>
                      </a:pPr>
                      <a:r>
                        <a:rPr lang="en-IN"/>
                        <a:t>20 °C</a:t>
                      </a:r>
                    </a:p>
                  </a:txBody>
                  <a:tcPr anchor="ctr"/>
                </a:tc>
                <a:extLst>
                  <a:ext uri="{0D108BD9-81ED-4DB2-BD59-A6C34878D82A}">
                    <a16:rowId xmlns:a16="http://schemas.microsoft.com/office/drawing/2014/main" val="4172634321"/>
                  </a:ext>
                </a:extLst>
              </a:tr>
              <a:tr h="557017">
                <a:tc>
                  <a:txBody>
                    <a:bodyPr/>
                    <a:lstStyle/>
                    <a:p>
                      <a:pPr>
                        <a:buNone/>
                      </a:pPr>
                      <a:r>
                        <a:rPr lang="en-IN"/>
                        <a:t>Feed flow rate</a:t>
                      </a:r>
                    </a:p>
                  </a:txBody>
                  <a:tcPr anchor="ctr"/>
                </a:tc>
                <a:tc>
                  <a:txBody>
                    <a:bodyPr/>
                    <a:lstStyle/>
                    <a:p>
                      <a:pPr>
                        <a:buNone/>
                      </a:pPr>
                      <a:r>
                        <a:rPr lang="en-IN"/>
                        <a:t>1.56 mL/min</a:t>
                      </a:r>
                    </a:p>
                  </a:txBody>
                  <a:tcPr anchor="ctr"/>
                </a:tc>
                <a:extLst>
                  <a:ext uri="{0D108BD9-81ED-4DB2-BD59-A6C34878D82A}">
                    <a16:rowId xmlns:a16="http://schemas.microsoft.com/office/drawing/2014/main" val="1553427991"/>
                  </a:ext>
                </a:extLst>
              </a:tr>
              <a:tr h="557017">
                <a:tc>
                  <a:txBody>
                    <a:bodyPr/>
                    <a:lstStyle/>
                    <a:p>
                      <a:pPr>
                        <a:buNone/>
                      </a:pPr>
                      <a:r>
                        <a:rPr lang="en-IN"/>
                        <a:t>Concentration of KOH</a:t>
                      </a:r>
                    </a:p>
                  </a:txBody>
                  <a:tcPr anchor="ctr"/>
                </a:tc>
                <a:tc>
                  <a:txBody>
                    <a:bodyPr/>
                    <a:lstStyle/>
                    <a:p>
                      <a:pPr>
                        <a:buNone/>
                      </a:pPr>
                      <a:r>
                        <a:rPr lang="en-IN"/>
                        <a:t>0.1 M</a:t>
                      </a:r>
                    </a:p>
                  </a:txBody>
                  <a:tcPr anchor="ctr"/>
                </a:tc>
                <a:extLst>
                  <a:ext uri="{0D108BD9-81ED-4DB2-BD59-A6C34878D82A}">
                    <a16:rowId xmlns:a16="http://schemas.microsoft.com/office/drawing/2014/main" val="267157349"/>
                  </a:ext>
                </a:extLst>
              </a:tr>
              <a:tr h="557017">
                <a:tc>
                  <a:txBody>
                    <a:bodyPr/>
                    <a:lstStyle/>
                    <a:p>
                      <a:pPr>
                        <a:buNone/>
                      </a:pPr>
                      <a:r>
                        <a:rPr lang="en-IN"/>
                        <a:t>Feed-to-anode ratio</a:t>
                      </a:r>
                    </a:p>
                  </a:txBody>
                  <a:tcPr anchor="ctr"/>
                </a:tc>
                <a:tc>
                  <a:txBody>
                    <a:bodyPr/>
                    <a:lstStyle/>
                    <a:p>
                      <a:pPr>
                        <a:buNone/>
                      </a:pPr>
                      <a:r>
                        <a:rPr lang="en-IN" dirty="0"/>
                        <a:t>0.5</a:t>
                      </a:r>
                    </a:p>
                  </a:txBody>
                  <a:tcPr anchor="ctr"/>
                </a:tc>
                <a:extLst>
                  <a:ext uri="{0D108BD9-81ED-4DB2-BD59-A6C34878D82A}">
                    <a16:rowId xmlns:a16="http://schemas.microsoft.com/office/drawing/2014/main" val="470959455"/>
                  </a:ext>
                </a:extLst>
              </a:tr>
            </a:tbl>
          </a:graphicData>
        </a:graphic>
      </p:graphicFrame>
      <p:sp>
        <p:nvSpPr>
          <p:cNvPr id="18" name="TextBox 17">
            <a:extLst>
              <a:ext uri="{FF2B5EF4-FFF2-40B4-BE49-F238E27FC236}">
                <a16:creationId xmlns:a16="http://schemas.microsoft.com/office/drawing/2014/main" id="{052AAF85-9320-7AC9-12D8-06A24DE04C91}"/>
              </a:ext>
            </a:extLst>
          </p:cNvPr>
          <p:cNvSpPr txBox="1"/>
          <p:nvPr/>
        </p:nvSpPr>
        <p:spPr>
          <a:xfrm>
            <a:off x="5152762" y="2202848"/>
            <a:ext cx="2326855" cy="369332"/>
          </a:xfrm>
          <a:prstGeom prst="rect">
            <a:avLst/>
          </a:prstGeom>
          <a:noFill/>
        </p:spPr>
        <p:txBody>
          <a:bodyPr wrap="none" rtlCol="0">
            <a:spAutoFit/>
          </a:bodyPr>
          <a:lstStyle/>
          <a:p>
            <a:r>
              <a:rPr lang="en-US" dirty="0"/>
              <a:t>Operational Parameter</a:t>
            </a:r>
            <a:endParaRPr lang="en-IN" dirty="0"/>
          </a:p>
        </p:txBody>
      </p:sp>
    </p:spTree>
    <p:extLst>
      <p:ext uri="{BB962C8B-B14F-4D97-AF65-F5344CB8AC3E}">
        <p14:creationId xmlns:p14="http://schemas.microsoft.com/office/powerpoint/2010/main" val="2489953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6C6CF-E3BC-6955-C0B3-420A11CA49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BDAC9-ADFD-6348-A7D9-E12CAE17564F}"/>
              </a:ext>
            </a:extLst>
          </p:cNvPr>
          <p:cNvSpPr>
            <a:spLocks noGrp="1"/>
          </p:cNvSpPr>
          <p:nvPr>
            <p:ph type="ctrTitle"/>
          </p:nvPr>
        </p:nvSpPr>
        <p:spPr>
          <a:xfrm>
            <a:off x="147484" y="1854201"/>
            <a:ext cx="11828206" cy="574258"/>
          </a:xfrm>
        </p:spPr>
        <p:txBody>
          <a:bodyPr>
            <a:noAutofit/>
          </a:bodyPr>
          <a:lstStyle/>
          <a:p>
            <a:r>
              <a:rPr lang="en-US" sz="4400" b="1" u="sng" dirty="0">
                <a:solidFill>
                  <a:srgbClr val="0070C0"/>
                </a:solidFill>
              </a:rPr>
              <a:t>Outlet flow and composition:-</a:t>
            </a:r>
            <a:endParaRPr lang="en-IN" sz="4400" b="1" u="sng" dirty="0">
              <a:solidFill>
                <a:srgbClr val="0070C0"/>
              </a:solidFill>
            </a:endParaRPr>
          </a:p>
        </p:txBody>
      </p:sp>
      <p:sp>
        <p:nvSpPr>
          <p:cNvPr id="4" name="TextBox 3">
            <a:extLst>
              <a:ext uri="{FF2B5EF4-FFF2-40B4-BE49-F238E27FC236}">
                <a16:creationId xmlns:a16="http://schemas.microsoft.com/office/drawing/2014/main" id="{C6BF6F32-F517-8945-E6F8-B6DF9631773F}"/>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ECE686C3-FE89-01EB-FF59-F966FC7C6145}"/>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543C9641-0AB8-C4A1-4BFD-7F259D3072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E2DF8F9F-9FDD-80AF-A71E-E43875C54373}"/>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4D444DC5-BA0C-7E8C-FBBB-8BB3FAD6703D}"/>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12</a:t>
            </a:r>
          </a:p>
        </p:txBody>
      </p:sp>
      <p:sp>
        <p:nvSpPr>
          <p:cNvPr id="3" name="TextBox 2">
            <a:extLst>
              <a:ext uri="{FF2B5EF4-FFF2-40B4-BE49-F238E27FC236}">
                <a16:creationId xmlns:a16="http://schemas.microsoft.com/office/drawing/2014/main" id="{A2CC020D-4E46-4068-153A-36951A464283}"/>
              </a:ext>
            </a:extLst>
          </p:cNvPr>
          <p:cNvSpPr txBox="1"/>
          <p:nvPr/>
        </p:nvSpPr>
        <p:spPr>
          <a:xfrm>
            <a:off x="560437" y="983422"/>
            <a:ext cx="5270674" cy="769441"/>
          </a:xfrm>
          <a:prstGeom prst="rect">
            <a:avLst/>
          </a:prstGeom>
          <a:noFill/>
        </p:spPr>
        <p:txBody>
          <a:bodyPr wrap="none" rtlCol="0">
            <a:spAutoFit/>
          </a:bodyPr>
          <a:lstStyle/>
          <a:p>
            <a:r>
              <a:rPr lang="en-US" sz="4400" dirty="0">
                <a:solidFill>
                  <a:srgbClr val="00B050"/>
                </a:solidFill>
              </a:rPr>
              <a:t>Result and Discussion:</a:t>
            </a:r>
            <a:endParaRPr lang="en-IN" sz="4400" dirty="0">
              <a:solidFill>
                <a:srgbClr val="00B050"/>
              </a:solidFill>
            </a:endParaRPr>
          </a:p>
        </p:txBody>
      </p:sp>
      <p:sp>
        <p:nvSpPr>
          <p:cNvPr id="15" name="TextBox 14">
            <a:extLst>
              <a:ext uri="{FF2B5EF4-FFF2-40B4-BE49-F238E27FC236}">
                <a16:creationId xmlns:a16="http://schemas.microsoft.com/office/drawing/2014/main" id="{8FDC1CEE-3060-8241-CF42-5C5951FCBC89}"/>
              </a:ext>
            </a:extLst>
          </p:cNvPr>
          <p:cNvSpPr txBox="1"/>
          <p:nvPr/>
        </p:nvSpPr>
        <p:spPr>
          <a:xfrm>
            <a:off x="658760" y="2529797"/>
            <a:ext cx="5785539" cy="2585323"/>
          </a:xfrm>
          <a:prstGeom prst="rect">
            <a:avLst/>
          </a:prstGeom>
          <a:noFill/>
        </p:spPr>
        <p:txBody>
          <a:bodyPr wrap="square" rtlCol="0">
            <a:spAutoFit/>
          </a:bodyPr>
          <a:lstStyle/>
          <a:p>
            <a:r>
              <a:rPr lang="en-IN" dirty="0"/>
              <a:t>Hydrogen (CAT-OUT): </a:t>
            </a:r>
          </a:p>
          <a:p>
            <a:r>
              <a:rPr lang="en-IN" dirty="0"/>
              <a:t>Vapor molar flow: 1.106×10⁻⁵ kmol h⁻¹ </a:t>
            </a:r>
          </a:p>
          <a:p>
            <a:r>
              <a:rPr lang="en-US" dirty="0"/>
              <a:t>Vapor mole fraction (gas purity basis): 0.9767 ≈ 97.7 % H₂ </a:t>
            </a:r>
          </a:p>
          <a:p>
            <a:endParaRPr lang="en-IN" dirty="0"/>
          </a:p>
          <a:p>
            <a:r>
              <a:rPr lang="en-IN" dirty="0"/>
              <a:t>Oxygen (AN-OUT): </a:t>
            </a:r>
          </a:p>
          <a:p>
            <a:r>
              <a:rPr lang="en-IN" dirty="0"/>
              <a:t>Vapor molar flow: 5.506×10⁻⁶ kmol h⁻¹ </a:t>
            </a:r>
          </a:p>
          <a:p>
            <a:r>
              <a:rPr lang="en-US" dirty="0"/>
              <a:t>Vapor mole fraction (gas purity basis): 0.9688 ≈ 96.9 % O₂ </a:t>
            </a:r>
          </a:p>
          <a:p>
            <a:endParaRPr lang="en-IN" dirty="0"/>
          </a:p>
          <a:p>
            <a:endParaRPr lang="en-IN" dirty="0"/>
          </a:p>
        </p:txBody>
      </p:sp>
      <p:sp>
        <p:nvSpPr>
          <p:cNvPr id="16" name="TextBox 15">
            <a:extLst>
              <a:ext uri="{FF2B5EF4-FFF2-40B4-BE49-F238E27FC236}">
                <a16:creationId xmlns:a16="http://schemas.microsoft.com/office/drawing/2014/main" id="{56A757CC-205B-0DCF-3AA1-5277B66B9B4A}"/>
              </a:ext>
            </a:extLst>
          </p:cNvPr>
          <p:cNvSpPr txBox="1"/>
          <p:nvPr/>
        </p:nvSpPr>
        <p:spPr>
          <a:xfrm>
            <a:off x="6333986" y="2291237"/>
            <a:ext cx="5858014" cy="2585323"/>
          </a:xfrm>
          <a:prstGeom prst="rect">
            <a:avLst/>
          </a:prstGeom>
          <a:noFill/>
        </p:spPr>
        <p:txBody>
          <a:bodyPr wrap="none" rtlCol="0">
            <a:spAutoFit/>
          </a:bodyPr>
          <a:lstStyle/>
          <a:p>
            <a:r>
              <a:rPr lang="en-IN" dirty="0"/>
              <a:t>Voltage and efficiencies: </a:t>
            </a:r>
          </a:p>
          <a:p>
            <a:r>
              <a:rPr lang="en-US" dirty="0"/>
              <a:t>Cell voltage: 1.984 V at 0.6 A </a:t>
            </a:r>
          </a:p>
          <a:p>
            <a:r>
              <a:rPr lang="en-IN" dirty="0"/>
              <a:t>Voltage efficiency (Total): 0.747 </a:t>
            </a:r>
          </a:p>
          <a:p>
            <a:endParaRPr lang="en-IN" dirty="0"/>
          </a:p>
          <a:p>
            <a:r>
              <a:rPr lang="en-IN" dirty="0"/>
              <a:t>Overpotential breakdown: </a:t>
            </a:r>
          </a:p>
          <a:p>
            <a:r>
              <a:rPr lang="en-US" dirty="0"/>
              <a:t>Activation (total): 0.512 V (anode 0.198 V, cathode 0.313 V). </a:t>
            </a:r>
          </a:p>
          <a:p>
            <a:r>
              <a:rPr lang="en-IN" dirty="0"/>
              <a:t>Ohmic: 0.239 V. </a:t>
            </a:r>
          </a:p>
          <a:p>
            <a:r>
              <a:rPr lang="en-IN" dirty="0"/>
              <a:t>Concentration: 1.45×10⁻⁴ V (negligible). </a:t>
            </a:r>
          </a:p>
          <a:p>
            <a:endParaRPr lang="en-IN" dirty="0"/>
          </a:p>
        </p:txBody>
      </p:sp>
    </p:spTree>
    <p:extLst>
      <p:ext uri="{BB962C8B-B14F-4D97-AF65-F5344CB8AC3E}">
        <p14:creationId xmlns:p14="http://schemas.microsoft.com/office/powerpoint/2010/main" val="1784980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3CE68-34C7-B092-BF47-36537843E6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FE0B7D-00A5-6149-4F35-CBD25556DF8E}"/>
              </a:ext>
            </a:extLst>
          </p:cNvPr>
          <p:cNvSpPr>
            <a:spLocks noGrp="1"/>
          </p:cNvSpPr>
          <p:nvPr>
            <p:ph type="ctrTitle"/>
          </p:nvPr>
        </p:nvSpPr>
        <p:spPr>
          <a:xfrm>
            <a:off x="147484" y="1854201"/>
            <a:ext cx="11828206" cy="574258"/>
          </a:xfrm>
        </p:spPr>
        <p:txBody>
          <a:bodyPr>
            <a:noAutofit/>
          </a:bodyPr>
          <a:lstStyle/>
          <a:p>
            <a:r>
              <a:rPr lang="en-US" sz="4400" b="1" u="sng" dirty="0">
                <a:solidFill>
                  <a:srgbClr val="0070C0"/>
                </a:solidFill>
              </a:rPr>
              <a:t>Polarization Curve:</a:t>
            </a:r>
            <a:endParaRPr lang="en-IN" sz="4400" b="1" u="sng" dirty="0">
              <a:solidFill>
                <a:srgbClr val="0070C0"/>
              </a:solidFill>
            </a:endParaRPr>
          </a:p>
        </p:txBody>
      </p:sp>
      <p:sp>
        <p:nvSpPr>
          <p:cNvPr id="3" name="Subtitle 2">
            <a:extLst>
              <a:ext uri="{FF2B5EF4-FFF2-40B4-BE49-F238E27FC236}">
                <a16:creationId xmlns:a16="http://schemas.microsoft.com/office/drawing/2014/main" id="{9D43C71D-1213-6EE4-433F-7E42A63DD9DC}"/>
              </a:ext>
            </a:extLst>
          </p:cNvPr>
          <p:cNvSpPr>
            <a:spLocks noGrp="1"/>
          </p:cNvSpPr>
          <p:nvPr>
            <p:ph type="subTitle" idx="1"/>
          </p:nvPr>
        </p:nvSpPr>
        <p:spPr>
          <a:xfrm>
            <a:off x="1503558" y="2773780"/>
            <a:ext cx="4764505" cy="1655762"/>
          </a:xfrm>
        </p:spPr>
        <p:txBody>
          <a:bodyPr>
            <a:normAutofit fontScale="70000" lnSpcReduction="20000"/>
          </a:bodyPr>
          <a:lstStyle/>
          <a:p>
            <a:pPr algn="l"/>
            <a:r>
              <a:rPr lang="en-US" sz="3200" dirty="0"/>
              <a:t>The model matches the experimental polarization curve well, capturing both the activation region at low currents and the linear ohmic region at higher currents, with only minor deviations at very low currents.</a:t>
            </a:r>
            <a:endParaRPr lang="en-IN" sz="3200" b="1" dirty="0"/>
          </a:p>
        </p:txBody>
      </p:sp>
      <p:sp>
        <p:nvSpPr>
          <p:cNvPr id="4" name="TextBox 3">
            <a:extLst>
              <a:ext uri="{FF2B5EF4-FFF2-40B4-BE49-F238E27FC236}">
                <a16:creationId xmlns:a16="http://schemas.microsoft.com/office/drawing/2014/main" id="{94554E2B-26A8-CAB7-24BB-9F950E69EA4D}"/>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11365193-7B0A-1E75-CA77-76E00816B357}"/>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CC4D6ACC-F639-AD29-07DE-9937368C85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AA99C769-1EE2-5A29-CD3C-14EA6AC928E9}"/>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E113545E-9A0D-6344-C7F9-77C967E5453D}"/>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r>
              <a:rPr lang="en-IN" dirty="0"/>
              <a:t>3</a:t>
            </a:r>
          </a:p>
        </p:txBody>
      </p:sp>
      <p:pic>
        <p:nvPicPr>
          <p:cNvPr id="10" name="Picture 9">
            <a:extLst>
              <a:ext uri="{FF2B5EF4-FFF2-40B4-BE49-F238E27FC236}">
                <a16:creationId xmlns:a16="http://schemas.microsoft.com/office/drawing/2014/main" id="{9A4BE468-584E-1858-E04A-FA42EE7106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4647" y="2582778"/>
            <a:ext cx="4564127" cy="3494055"/>
          </a:xfrm>
          <a:prstGeom prst="rect">
            <a:avLst/>
          </a:prstGeom>
        </p:spPr>
      </p:pic>
      <p:sp>
        <p:nvSpPr>
          <p:cNvPr id="13" name="TextBox 12">
            <a:extLst>
              <a:ext uri="{FF2B5EF4-FFF2-40B4-BE49-F238E27FC236}">
                <a16:creationId xmlns:a16="http://schemas.microsoft.com/office/drawing/2014/main" id="{393048AB-5050-91A1-9668-EDF979BEF6C9}"/>
              </a:ext>
            </a:extLst>
          </p:cNvPr>
          <p:cNvSpPr txBox="1"/>
          <p:nvPr/>
        </p:nvSpPr>
        <p:spPr>
          <a:xfrm>
            <a:off x="1179871" y="1068932"/>
            <a:ext cx="6280484" cy="769441"/>
          </a:xfrm>
          <a:prstGeom prst="rect">
            <a:avLst/>
          </a:prstGeom>
          <a:noFill/>
        </p:spPr>
        <p:txBody>
          <a:bodyPr wrap="square">
            <a:spAutoFit/>
          </a:bodyPr>
          <a:lstStyle/>
          <a:p>
            <a:r>
              <a:rPr lang="en-US" sz="4400" dirty="0">
                <a:solidFill>
                  <a:srgbClr val="00B050"/>
                </a:solidFill>
              </a:rPr>
              <a:t>Result and Discussion:</a:t>
            </a:r>
            <a:endParaRPr lang="en-IN" sz="4400" dirty="0">
              <a:solidFill>
                <a:srgbClr val="00B050"/>
              </a:solidFill>
            </a:endParaRPr>
          </a:p>
        </p:txBody>
      </p:sp>
    </p:spTree>
    <p:extLst>
      <p:ext uri="{BB962C8B-B14F-4D97-AF65-F5344CB8AC3E}">
        <p14:creationId xmlns:p14="http://schemas.microsoft.com/office/powerpoint/2010/main" val="981108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1BE70-CD57-A55F-CF0B-94006A348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FC9D40-B021-FF97-396F-DC8D41437DD6}"/>
              </a:ext>
            </a:extLst>
          </p:cNvPr>
          <p:cNvSpPr>
            <a:spLocks noGrp="1"/>
          </p:cNvSpPr>
          <p:nvPr>
            <p:ph type="ctrTitle"/>
          </p:nvPr>
        </p:nvSpPr>
        <p:spPr>
          <a:xfrm>
            <a:off x="147484" y="1854201"/>
            <a:ext cx="11828206" cy="574258"/>
          </a:xfrm>
        </p:spPr>
        <p:txBody>
          <a:bodyPr>
            <a:noAutofit/>
          </a:bodyPr>
          <a:lstStyle/>
          <a:p>
            <a:r>
              <a:rPr lang="en-US" sz="4400" b="1" u="sng" dirty="0">
                <a:solidFill>
                  <a:srgbClr val="0070C0"/>
                </a:solidFill>
              </a:rPr>
              <a:t>Overpotential Distribution:</a:t>
            </a:r>
            <a:endParaRPr lang="en-IN" sz="4400" b="1" u="sng" dirty="0">
              <a:solidFill>
                <a:srgbClr val="0070C0"/>
              </a:solidFill>
            </a:endParaRPr>
          </a:p>
        </p:txBody>
      </p:sp>
      <p:sp>
        <p:nvSpPr>
          <p:cNvPr id="3" name="Subtitle 2">
            <a:extLst>
              <a:ext uri="{FF2B5EF4-FFF2-40B4-BE49-F238E27FC236}">
                <a16:creationId xmlns:a16="http://schemas.microsoft.com/office/drawing/2014/main" id="{8C02F869-B66E-8645-7C93-7E16508F5323}"/>
              </a:ext>
            </a:extLst>
          </p:cNvPr>
          <p:cNvSpPr>
            <a:spLocks noGrp="1"/>
          </p:cNvSpPr>
          <p:nvPr>
            <p:ph type="subTitle" idx="1"/>
          </p:nvPr>
        </p:nvSpPr>
        <p:spPr>
          <a:xfrm>
            <a:off x="870153" y="2686546"/>
            <a:ext cx="5947741" cy="3140468"/>
          </a:xfrm>
        </p:spPr>
        <p:txBody>
          <a:bodyPr>
            <a:normAutofit fontScale="85000" lnSpcReduction="20000"/>
          </a:bodyPr>
          <a:lstStyle/>
          <a:p>
            <a:pPr algn="l"/>
            <a:r>
              <a:rPr lang="en-US" b="1" dirty="0"/>
              <a:t>Overpotential Distribution</a:t>
            </a:r>
          </a:p>
          <a:p>
            <a:pPr algn="l"/>
            <a:r>
              <a:rPr lang="en-US" dirty="0"/>
              <a:t>Activation overpotentials at both electrodes rise sharply at low current densities due to slower reaction kinetics, with the cathode showing higher losses because hydrogen evolution is less favorable and requires a larger driving force.</a:t>
            </a:r>
          </a:p>
          <a:p>
            <a:pPr algn="l"/>
            <a:r>
              <a:rPr lang="en-US" dirty="0"/>
              <a:t>Ohmic overpotential increases almost linearly with current density as membrane and electrolyte resistance dominate.</a:t>
            </a:r>
          </a:p>
          <a:p>
            <a:pPr algn="l"/>
            <a:r>
              <a:rPr lang="en-US" dirty="0"/>
              <a:t>Overall, the cell is activation-controlled at low currents and becomes ohmic-controlled at higher currents.</a:t>
            </a:r>
          </a:p>
        </p:txBody>
      </p:sp>
      <p:sp>
        <p:nvSpPr>
          <p:cNvPr id="4" name="TextBox 3">
            <a:extLst>
              <a:ext uri="{FF2B5EF4-FFF2-40B4-BE49-F238E27FC236}">
                <a16:creationId xmlns:a16="http://schemas.microsoft.com/office/drawing/2014/main" id="{03D6BA56-8284-5FD3-C46C-3AA056EBBE81}"/>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3D0E1872-6E3E-7F5D-678A-67F1B02E0908}"/>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21125AC2-6BE7-BBD2-28FB-D887F14D3B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51629ADD-FE9A-9267-FD8A-6CE739612BE7}"/>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672BD6B1-C7E3-DCFC-EDF4-437C1D7BEF7A}"/>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14</a:t>
            </a:r>
          </a:p>
        </p:txBody>
      </p:sp>
      <p:pic>
        <p:nvPicPr>
          <p:cNvPr id="8" name="Picture 7">
            <a:extLst>
              <a:ext uri="{FF2B5EF4-FFF2-40B4-BE49-F238E27FC236}">
                <a16:creationId xmlns:a16="http://schemas.microsoft.com/office/drawing/2014/main" id="{0C164B62-7693-DD48-4C30-5AF7762D6E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6231" y="2388768"/>
            <a:ext cx="4880201" cy="3736024"/>
          </a:xfrm>
          <a:prstGeom prst="rect">
            <a:avLst/>
          </a:prstGeom>
        </p:spPr>
      </p:pic>
      <p:sp>
        <p:nvSpPr>
          <p:cNvPr id="9" name="TextBox 8">
            <a:extLst>
              <a:ext uri="{FF2B5EF4-FFF2-40B4-BE49-F238E27FC236}">
                <a16:creationId xmlns:a16="http://schemas.microsoft.com/office/drawing/2014/main" id="{C6E9319E-B341-54A9-7126-54E87AE3A13D}"/>
              </a:ext>
            </a:extLst>
          </p:cNvPr>
          <p:cNvSpPr txBox="1"/>
          <p:nvPr/>
        </p:nvSpPr>
        <p:spPr>
          <a:xfrm>
            <a:off x="790913" y="1097912"/>
            <a:ext cx="5270674" cy="1446550"/>
          </a:xfrm>
          <a:prstGeom prst="rect">
            <a:avLst/>
          </a:prstGeom>
          <a:noFill/>
        </p:spPr>
        <p:txBody>
          <a:bodyPr wrap="none" rtlCol="0">
            <a:spAutoFit/>
          </a:bodyPr>
          <a:lstStyle/>
          <a:p>
            <a:r>
              <a:rPr lang="en-US" sz="4400" dirty="0">
                <a:solidFill>
                  <a:srgbClr val="00B050"/>
                </a:solidFill>
              </a:rPr>
              <a:t>Result and Discussion:</a:t>
            </a:r>
            <a:endParaRPr lang="en-IN" sz="4400" dirty="0">
              <a:solidFill>
                <a:srgbClr val="00B050"/>
              </a:solidFill>
            </a:endParaRPr>
          </a:p>
          <a:p>
            <a:endParaRPr lang="en-IN" sz="4400" dirty="0"/>
          </a:p>
        </p:txBody>
      </p:sp>
    </p:spTree>
    <p:extLst>
      <p:ext uri="{BB962C8B-B14F-4D97-AF65-F5344CB8AC3E}">
        <p14:creationId xmlns:p14="http://schemas.microsoft.com/office/powerpoint/2010/main" val="1315066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CB96F-979E-21CF-D570-C2FB35DB5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50C25C-5897-C73A-C8EC-398E7E06F101}"/>
              </a:ext>
            </a:extLst>
          </p:cNvPr>
          <p:cNvSpPr>
            <a:spLocks noGrp="1"/>
          </p:cNvSpPr>
          <p:nvPr>
            <p:ph type="ctrTitle"/>
          </p:nvPr>
        </p:nvSpPr>
        <p:spPr>
          <a:xfrm>
            <a:off x="147484" y="1854201"/>
            <a:ext cx="11828206" cy="574258"/>
          </a:xfrm>
        </p:spPr>
        <p:txBody>
          <a:bodyPr>
            <a:noAutofit/>
          </a:bodyPr>
          <a:lstStyle/>
          <a:p>
            <a:r>
              <a:rPr lang="en-US" sz="4400" b="1" u="sng" dirty="0">
                <a:solidFill>
                  <a:srgbClr val="0070C0"/>
                </a:solidFill>
              </a:rPr>
              <a:t>H2 production and voltage efficiency</a:t>
            </a:r>
            <a:endParaRPr lang="en-IN" sz="4400" b="1" u="sng" dirty="0">
              <a:solidFill>
                <a:srgbClr val="0070C0"/>
              </a:solidFill>
            </a:endParaRPr>
          </a:p>
        </p:txBody>
      </p:sp>
      <p:sp>
        <p:nvSpPr>
          <p:cNvPr id="3" name="Subtitle 2">
            <a:extLst>
              <a:ext uri="{FF2B5EF4-FFF2-40B4-BE49-F238E27FC236}">
                <a16:creationId xmlns:a16="http://schemas.microsoft.com/office/drawing/2014/main" id="{E409D6D2-B04F-2E38-051B-56453D5A6B8C}"/>
              </a:ext>
            </a:extLst>
          </p:cNvPr>
          <p:cNvSpPr>
            <a:spLocks noGrp="1"/>
          </p:cNvSpPr>
          <p:nvPr>
            <p:ph type="subTitle" idx="1"/>
          </p:nvPr>
        </p:nvSpPr>
        <p:spPr>
          <a:xfrm>
            <a:off x="1006253" y="2941107"/>
            <a:ext cx="5747474" cy="2520111"/>
          </a:xfrm>
        </p:spPr>
        <p:txBody>
          <a:bodyPr>
            <a:normAutofit fontScale="55000" lnSpcReduction="20000"/>
          </a:bodyPr>
          <a:lstStyle/>
          <a:p>
            <a:pPr algn="l"/>
            <a:r>
              <a:rPr lang="en-US" sz="3200" b="1" dirty="0"/>
              <a:t>Efficiency–Production Trade-off</a:t>
            </a:r>
          </a:p>
          <a:p>
            <a:pPr algn="l"/>
            <a:r>
              <a:rPr lang="en-US" sz="3200" dirty="0"/>
              <a:t>The hydrogen production and voltage efficiency curves intersect at </a:t>
            </a:r>
            <a:r>
              <a:rPr lang="en-US" sz="3200" b="1" dirty="0"/>
              <a:t>~0.52 A/cm²</a:t>
            </a:r>
            <a:r>
              <a:rPr lang="en-US" sz="3200" dirty="0"/>
              <a:t>, where the voltage efficiency is </a:t>
            </a:r>
            <a:r>
              <a:rPr lang="en-US" sz="3200" b="1" dirty="0"/>
              <a:t>~77%</a:t>
            </a:r>
            <a:r>
              <a:rPr lang="en-US" sz="3200" dirty="0"/>
              <a:t> (cell voltage ≈ </a:t>
            </a:r>
            <a:r>
              <a:rPr lang="en-US" sz="3200" b="1" dirty="0"/>
              <a:t>1.87 V</a:t>
            </a:r>
            <a:r>
              <a:rPr lang="en-US" sz="3200" dirty="0"/>
              <a:t>).</a:t>
            </a:r>
          </a:p>
          <a:p>
            <a:pPr algn="l"/>
            <a:r>
              <a:rPr lang="en-US" sz="3200" dirty="0"/>
              <a:t>At this point, the hydrogen production rate is </a:t>
            </a:r>
            <a:r>
              <a:rPr lang="en-US" sz="3200" b="1" dirty="0"/>
              <a:t>~12 mL/day</a:t>
            </a:r>
            <a:r>
              <a:rPr lang="en-US" sz="3200" dirty="0"/>
              <a:t>, representing a balanced operating “sweet spot.”</a:t>
            </a:r>
          </a:p>
          <a:p>
            <a:pPr algn="l"/>
            <a:r>
              <a:rPr lang="en-US" sz="3200" dirty="0"/>
              <a:t>Beyond this current density, hydrogen output increases further, but voltage efficiency decreases noticeably.</a:t>
            </a:r>
          </a:p>
        </p:txBody>
      </p:sp>
      <p:sp>
        <p:nvSpPr>
          <p:cNvPr id="4" name="TextBox 3">
            <a:extLst>
              <a:ext uri="{FF2B5EF4-FFF2-40B4-BE49-F238E27FC236}">
                <a16:creationId xmlns:a16="http://schemas.microsoft.com/office/drawing/2014/main" id="{B22B201D-44B0-E786-39D1-F113EF1B7FDB}"/>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037127B9-A75C-C3E2-B9FB-12E9B030973D}"/>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48987B0C-8BD6-BF53-69BA-CA86437FB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7C792CFD-3BE7-21B3-677A-7AA9AD04B77C}"/>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F7CA7CDF-739E-A5D7-F9FA-950FCA6F36B0}"/>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15</a:t>
            </a:r>
          </a:p>
        </p:txBody>
      </p:sp>
      <p:sp>
        <p:nvSpPr>
          <p:cNvPr id="7" name="TextBox 6">
            <a:extLst>
              <a:ext uri="{FF2B5EF4-FFF2-40B4-BE49-F238E27FC236}">
                <a16:creationId xmlns:a16="http://schemas.microsoft.com/office/drawing/2014/main" id="{31054633-2723-1DD2-5E2B-42997F6F9B6C}"/>
              </a:ext>
            </a:extLst>
          </p:cNvPr>
          <p:cNvSpPr txBox="1"/>
          <p:nvPr/>
        </p:nvSpPr>
        <p:spPr>
          <a:xfrm>
            <a:off x="1254258" y="1065397"/>
            <a:ext cx="6280484" cy="769441"/>
          </a:xfrm>
          <a:prstGeom prst="rect">
            <a:avLst/>
          </a:prstGeom>
          <a:noFill/>
        </p:spPr>
        <p:txBody>
          <a:bodyPr wrap="square">
            <a:spAutoFit/>
          </a:bodyPr>
          <a:lstStyle/>
          <a:p>
            <a:r>
              <a:rPr lang="en-US" sz="4400" dirty="0">
                <a:solidFill>
                  <a:srgbClr val="00B050"/>
                </a:solidFill>
              </a:rPr>
              <a:t>Result and Discussion</a:t>
            </a:r>
            <a:r>
              <a:rPr lang="en-US" sz="1800" dirty="0">
                <a:solidFill>
                  <a:srgbClr val="00B050"/>
                </a:solidFill>
              </a:rPr>
              <a:t>:</a:t>
            </a:r>
            <a:endParaRPr lang="en-IN" sz="1800" dirty="0">
              <a:solidFill>
                <a:srgbClr val="00B050"/>
              </a:solidFill>
            </a:endParaRPr>
          </a:p>
        </p:txBody>
      </p:sp>
      <p:pic>
        <p:nvPicPr>
          <p:cNvPr id="9" name="Picture 8">
            <a:extLst>
              <a:ext uri="{FF2B5EF4-FFF2-40B4-BE49-F238E27FC236}">
                <a16:creationId xmlns:a16="http://schemas.microsoft.com/office/drawing/2014/main" id="{9ED4AF36-6B94-01D8-20D4-63197AC952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3727" y="2407051"/>
            <a:ext cx="5061284" cy="3588224"/>
          </a:xfrm>
          <a:prstGeom prst="rect">
            <a:avLst/>
          </a:prstGeom>
        </p:spPr>
      </p:pic>
    </p:spTree>
    <p:extLst>
      <p:ext uri="{BB962C8B-B14F-4D97-AF65-F5344CB8AC3E}">
        <p14:creationId xmlns:p14="http://schemas.microsoft.com/office/powerpoint/2010/main" val="3618302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575A7-561B-AB4E-9DD0-6EFE47B4E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9D7803-2ABF-610B-F84C-F315F204BAB6}"/>
              </a:ext>
            </a:extLst>
          </p:cNvPr>
          <p:cNvSpPr>
            <a:spLocks noGrp="1"/>
          </p:cNvSpPr>
          <p:nvPr>
            <p:ph type="ctrTitle"/>
          </p:nvPr>
        </p:nvSpPr>
        <p:spPr>
          <a:xfrm>
            <a:off x="147484" y="1854201"/>
            <a:ext cx="11828206" cy="574258"/>
          </a:xfrm>
        </p:spPr>
        <p:txBody>
          <a:bodyPr>
            <a:noAutofit/>
          </a:bodyPr>
          <a:lstStyle/>
          <a:p>
            <a:r>
              <a:rPr lang="en-US" sz="4400" b="1" u="sng" dirty="0">
                <a:solidFill>
                  <a:srgbClr val="0070C0"/>
                </a:solidFill>
              </a:rPr>
              <a:t>Effect of KOH concentration</a:t>
            </a:r>
            <a:endParaRPr lang="en-IN" sz="4400" b="1" u="sng" dirty="0">
              <a:solidFill>
                <a:srgbClr val="0070C0"/>
              </a:solidFill>
            </a:endParaRPr>
          </a:p>
        </p:txBody>
      </p:sp>
      <p:sp>
        <p:nvSpPr>
          <p:cNvPr id="3" name="Subtitle 2">
            <a:extLst>
              <a:ext uri="{FF2B5EF4-FFF2-40B4-BE49-F238E27FC236}">
                <a16:creationId xmlns:a16="http://schemas.microsoft.com/office/drawing/2014/main" id="{0D634C46-A37C-0BF1-2AC2-93FE532D9BDC}"/>
              </a:ext>
            </a:extLst>
          </p:cNvPr>
          <p:cNvSpPr>
            <a:spLocks noGrp="1"/>
          </p:cNvSpPr>
          <p:nvPr>
            <p:ph type="subTitle" idx="1"/>
          </p:nvPr>
        </p:nvSpPr>
        <p:spPr>
          <a:xfrm>
            <a:off x="1006253" y="2941107"/>
            <a:ext cx="5747474" cy="2520111"/>
          </a:xfrm>
        </p:spPr>
        <p:txBody>
          <a:bodyPr>
            <a:normAutofit fontScale="40000" lnSpcReduction="20000"/>
          </a:bodyPr>
          <a:lstStyle/>
          <a:p>
            <a:pPr algn="l"/>
            <a:r>
              <a:rPr lang="en-US" sz="3200" b="1" dirty="0"/>
              <a:t>Effect of Electrolyte Concentration</a:t>
            </a:r>
          </a:p>
          <a:p>
            <a:pPr algn="l"/>
            <a:r>
              <a:rPr lang="en-US" sz="3200" dirty="0"/>
              <a:t>Increasing KOH concentration from </a:t>
            </a:r>
            <a:r>
              <a:rPr lang="en-US" sz="3200" b="1" dirty="0"/>
              <a:t>0.01 M → 0.1 M → 1 M</a:t>
            </a:r>
            <a:r>
              <a:rPr lang="en-US" sz="3200" dirty="0"/>
              <a:t> reduces the cell voltage at a given current density.</a:t>
            </a:r>
          </a:p>
          <a:p>
            <a:pPr algn="l"/>
            <a:r>
              <a:rPr lang="en-US" sz="3200" dirty="0"/>
              <a:t>Higher concentration provides more </a:t>
            </a:r>
            <a:r>
              <a:rPr lang="en-US" sz="3200" b="1" dirty="0"/>
              <a:t>OH⁻ ions</a:t>
            </a:r>
            <a:r>
              <a:rPr lang="en-US" sz="3200" dirty="0"/>
              <a:t>, improving ionic conductivity and lowering ohmic resistance.</a:t>
            </a:r>
          </a:p>
          <a:p>
            <a:pPr algn="l"/>
            <a:r>
              <a:rPr lang="en-US" sz="3200" dirty="0"/>
              <a:t>At </a:t>
            </a:r>
            <a:r>
              <a:rPr lang="en-US" sz="3200" b="1" dirty="0"/>
              <a:t>0.01 M</a:t>
            </a:r>
            <a:r>
              <a:rPr lang="en-US" sz="3200" dirty="0"/>
              <a:t>, limited OH⁻ availability causes poor ionic transport and higher activation losses, leading to a steep voltage rise even at low currents.</a:t>
            </a:r>
          </a:p>
          <a:p>
            <a:pPr algn="l"/>
            <a:r>
              <a:rPr lang="en-US" sz="3200" b="1" dirty="0"/>
              <a:t>1 M KOH</a:t>
            </a:r>
            <a:r>
              <a:rPr lang="en-US" sz="3200" dirty="0"/>
              <a:t> gives the lowest voltage due to better ion mobility and stable reaction conditions.</a:t>
            </a:r>
          </a:p>
          <a:p>
            <a:pPr algn="l"/>
            <a:r>
              <a:rPr lang="en-US" sz="3200" dirty="0"/>
              <a:t>Overall, higher electrolyte concentration improves cell performance by reducing resistive losses.</a:t>
            </a:r>
          </a:p>
        </p:txBody>
      </p:sp>
      <p:sp>
        <p:nvSpPr>
          <p:cNvPr id="4" name="TextBox 3">
            <a:extLst>
              <a:ext uri="{FF2B5EF4-FFF2-40B4-BE49-F238E27FC236}">
                <a16:creationId xmlns:a16="http://schemas.microsoft.com/office/drawing/2014/main" id="{85D23300-3985-8B49-21A1-2F66A47C4429}"/>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0A7C5770-1B75-CEB8-6CF5-D3D4C14ADCFE}"/>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9FDD2541-C3BE-9EB0-B850-67AAC43639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5D4B5F53-31DF-0A18-57F2-23BF0E3AA7B0}"/>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74393A8B-5C1F-9A92-5943-81159EF28FCD}"/>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r>
              <a:rPr lang="en-IN" dirty="0"/>
              <a:t>6</a:t>
            </a:r>
          </a:p>
        </p:txBody>
      </p:sp>
      <p:sp>
        <p:nvSpPr>
          <p:cNvPr id="7" name="TextBox 6">
            <a:extLst>
              <a:ext uri="{FF2B5EF4-FFF2-40B4-BE49-F238E27FC236}">
                <a16:creationId xmlns:a16="http://schemas.microsoft.com/office/drawing/2014/main" id="{68A8F414-5C1F-CA2E-51F1-C96A57137F0B}"/>
              </a:ext>
            </a:extLst>
          </p:cNvPr>
          <p:cNvSpPr txBox="1"/>
          <p:nvPr/>
        </p:nvSpPr>
        <p:spPr>
          <a:xfrm>
            <a:off x="1254258" y="1065397"/>
            <a:ext cx="6280484" cy="769441"/>
          </a:xfrm>
          <a:prstGeom prst="rect">
            <a:avLst/>
          </a:prstGeom>
          <a:noFill/>
        </p:spPr>
        <p:txBody>
          <a:bodyPr wrap="square">
            <a:spAutoFit/>
          </a:bodyPr>
          <a:lstStyle/>
          <a:p>
            <a:r>
              <a:rPr lang="en-US" sz="4400" dirty="0">
                <a:solidFill>
                  <a:srgbClr val="00B050"/>
                </a:solidFill>
              </a:rPr>
              <a:t>Result and Discussion</a:t>
            </a:r>
            <a:r>
              <a:rPr lang="en-US" sz="1800" dirty="0">
                <a:solidFill>
                  <a:srgbClr val="00B050"/>
                </a:solidFill>
              </a:rPr>
              <a:t>:</a:t>
            </a:r>
            <a:endParaRPr lang="en-IN" sz="1800" dirty="0">
              <a:solidFill>
                <a:srgbClr val="00B050"/>
              </a:solidFill>
            </a:endParaRPr>
          </a:p>
        </p:txBody>
      </p:sp>
      <p:pic>
        <p:nvPicPr>
          <p:cNvPr id="8" name="Picture 7">
            <a:extLst>
              <a:ext uri="{FF2B5EF4-FFF2-40B4-BE49-F238E27FC236}">
                <a16:creationId xmlns:a16="http://schemas.microsoft.com/office/drawing/2014/main" id="{820E417D-0D02-7603-4842-56034FE532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5544" y="2447822"/>
            <a:ext cx="4687696" cy="3588652"/>
          </a:xfrm>
          <a:prstGeom prst="rect">
            <a:avLst/>
          </a:prstGeom>
        </p:spPr>
      </p:pic>
    </p:spTree>
    <p:extLst>
      <p:ext uri="{BB962C8B-B14F-4D97-AF65-F5344CB8AC3E}">
        <p14:creationId xmlns:p14="http://schemas.microsoft.com/office/powerpoint/2010/main" val="1613342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17845-3D68-D8F4-FF6B-3542151B1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920B12-F47A-166C-D83B-AE2812B4A396}"/>
              </a:ext>
            </a:extLst>
          </p:cNvPr>
          <p:cNvSpPr>
            <a:spLocks noGrp="1"/>
          </p:cNvSpPr>
          <p:nvPr>
            <p:ph type="ctrTitle"/>
          </p:nvPr>
        </p:nvSpPr>
        <p:spPr>
          <a:xfrm>
            <a:off x="353960" y="1836726"/>
            <a:ext cx="11828206" cy="574258"/>
          </a:xfrm>
        </p:spPr>
        <p:txBody>
          <a:bodyPr>
            <a:noAutofit/>
          </a:bodyPr>
          <a:lstStyle/>
          <a:p>
            <a:r>
              <a:rPr lang="en-US" sz="4400" b="1" u="sng" dirty="0">
                <a:solidFill>
                  <a:srgbClr val="0070C0"/>
                </a:solidFill>
              </a:rPr>
              <a:t>Effect of electrolyser temperature</a:t>
            </a:r>
            <a:endParaRPr lang="en-IN" sz="4400" b="1" u="sng" dirty="0">
              <a:solidFill>
                <a:srgbClr val="0070C0"/>
              </a:solidFill>
            </a:endParaRPr>
          </a:p>
        </p:txBody>
      </p:sp>
      <p:sp>
        <p:nvSpPr>
          <p:cNvPr id="4" name="TextBox 3">
            <a:extLst>
              <a:ext uri="{FF2B5EF4-FFF2-40B4-BE49-F238E27FC236}">
                <a16:creationId xmlns:a16="http://schemas.microsoft.com/office/drawing/2014/main" id="{42C0EACA-E957-D5EA-32CD-373F09ED89DF}"/>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77729413-837B-F500-7043-E07F2FE5C9B8}"/>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C40EA77D-C967-DF2B-1332-EE2886C572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6F963B10-E9E8-B8C8-E398-00D2E55DA15D}"/>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1E44FA42-5E1C-A3A1-C0F6-21766802924A}"/>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r>
              <a:rPr lang="en-IN" dirty="0"/>
              <a:t>7</a:t>
            </a:r>
          </a:p>
        </p:txBody>
      </p:sp>
      <p:sp>
        <p:nvSpPr>
          <p:cNvPr id="7" name="TextBox 6">
            <a:extLst>
              <a:ext uri="{FF2B5EF4-FFF2-40B4-BE49-F238E27FC236}">
                <a16:creationId xmlns:a16="http://schemas.microsoft.com/office/drawing/2014/main" id="{04789A27-49AD-6018-B3BB-A86EBA6822BD}"/>
              </a:ext>
            </a:extLst>
          </p:cNvPr>
          <p:cNvSpPr txBox="1"/>
          <p:nvPr/>
        </p:nvSpPr>
        <p:spPr>
          <a:xfrm>
            <a:off x="1254258" y="1065397"/>
            <a:ext cx="6280484" cy="769441"/>
          </a:xfrm>
          <a:prstGeom prst="rect">
            <a:avLst/>
          </a:prstGeom>
          <a:noFill/>
        </p:spPr>
        <p:txBody>
          <a:bodyPr wrap="square">
            <a:spAutoFit/>
          </a:bodyPr>
          <a:lstStyle/>
          <a:p>
            <a:r>
              <a:rPr lang="en-US" sz="4400" dirty="0">
                <a:solidFill>
                  <a:srgbClr val="00B050"/>
                </a:solidFill>
              </a:rPr>
              <a:t>Result and Discussion</a:t>
            </a:r>
            <a:r>
              <a:rPr lang="en-US" sz="1800" dirty="0">
                <a:solidFill>
                  <a:srgbClr val="00B050"/>
                </a:solidFill>
              </a:rPr>
              <a:t>:</a:t>
            </a:r>
            <a:endParaRPr lang="en-IN" sz="1800" dirty="0">
              <a:solidFill>
                <a:srgbClr val="00B050"/>
              </a:solidFill>
            </a:endParaRPr>
          </a:p>
        </p:txBody>
      </p:sp>
      <p:pic>
        <p:nvPicPr>
          <p:cNvPr id="8" name="Picture 7">
            <a:extLst>
              <a:ext uri="{FF2B5EF4-FFF2-40B4-BE49-F238E27FC236}">
                <a16:creationId xmlns:a16="http://schemas.microsoft.com/office/drawing/2014/main" id="{AF520ED4-368C-DED7-F922-155477F82C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5544" y="2447822"/>
            <a:ext cx="4687696" cy="3588652"/>
          </a:xfrm>
          <a:prstGeom prst="rect">
            <a:avLst/>
          </a:prstGeom>
        </p:spPr>
      </p:pic>
      <p:sp>
        <p:nvSpPr>
          <p:cNvPr id="10" name="Rectangle 3">
            <a:extLst>
              <a:ext uri="{FF2B5EF4-FFF2-40B4-BE49-F238E27FC236}">
                <a16:creationId xmlns:a16="http://schemas.microsoft.com/office/drawing/2014/main" id="{18144347-710A-1F3C-780F-88645278CCC7}"/>
              </a:ext>
            </a:extLst>
          </p:cNvPr>
          <p:cNvSpPr>
            <a:spLocks noGrp="1" noChangeArrowheads="1"/>
          </p:cNvSpPr>
          <p:nvPr>
            <p:ph type="subTitle" idx="1"/>
          </p:nvPr>
        </p:nvSpPr>
        <p:spPr bwMode="auto">
          <a:xfrm>
            <a:off x="1006475" y="2908658"/>
            <a:ext cx="534619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Cell voltage decreases as temperature increases due to faster reaction kinetics and higher ionic conductivity.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Both activation and ohmic losses are reduced at elevated temperatures, lowering the voltage at the same current density.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improvement from </a:t>
            </a:r>
            <a:r>
              <a:rPr kumimoji="0" lang="en-US" altLang="en-US" sz="1800" b="1" i="0" u="none" strike="noStrike" cap="none" normalizeH="0" baseline="0" dirty="0">
                <a:ln>
                  <a:noFill/>
                </a:ln>
                <a:solidFill>
                  <a:schemeClr val="tx1"/>
                </a:solidFill>
                <a:effectLst/>
                <a:latin typeface="Arial" panose="020B0604020202020204" pitchFamily="34" charset="0"/>
              </a:rPr>
              <a:t>20°C → 40°C</a:t>
            </a:r>
            <a:r>
              <a:rPr kumimoji="0" lang="en-US" altLang="en-US" sz="1800" b="0" i="0" u="none" strike="noStrike" cap="none" normalizeH="0" baseline="0" dirty="0">
                <a:ln>
                  <a:noFill/>
                </a:ln>
                <a:solidFill>
                  <a:schemeClr val="tx1"/>
                </a:solidFill>
                <a:effectLst/>
                <a:latin typeface="Arial" panose="020B0604020202020204" pitchFamily="34" charset="0"/>
              </a:rPr>
              <a:t> is significant, while </a:t>
            </a:r>
            <a:r>
              <a:rPr kumimoji="0" lang="en-US" altLang="en-US" sz="1800" b="1" i="0" u="none" strike="noStrike" cap="none" normalizeH="0" baseline="0" dirty="0">
                <a:ln>
                  <a:noFill/>
                </a:ln>
                <a:solidFill>
                  <a:schemeClr val="tx1"/>
                </a:solidFill>
                <a:effectLst/>
                <a:latin typeface="Arial" panose="020B0604020202020204" pitchFamily="34" charset="0"/>
              </a:rPr>
              <a:t>40°C → 60°C</a:t>
            </a:r>
            <a:r>
              <a:rPr kumimoji="0" lang="en-US" altLang="en-US" sz="1800" b="0" i="0" u="none" strike="noStrike" cap="none" normalizeH="0" baseline="0" dirty="0">
                <a:ln>
                  <a:noFill/>
                </a:ln>
                <a:solidFill>
                  <a:schemeClr val="tx1"/>
                </a:solidFill>
                <a:effectLst/>
                <a:latin typeface="Arial" panose="020B0604020202020204" pitchFamily="34" charset="0"/>
              </a:rPr>
              <a:t> shows a smoother but still clear reduction.</a:t>
            </a:r>
          </a:p>
        </p:txBody>
      </p:sp>
      <p:pic>
        <p:nvPicPr>
          <p:cNvPr id="13" name="Picture 12">
            <a:extLst>
              <a:ext uri="{FF2B5EF4-FFF2-40B4-BE49-F238E27FC236}">
                <a16:creationId xmlns:a16="http://schemas.microsoft.com/office/drawing/2014/main" id="{B251A3D5-B545-4FBE-9E06-3B120B8BEC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0161" y="2410984"/>
            <a:ext cx="4378461" cy="3351918"/>
          </a:xfrm>
          <a:prstGeom prst="rect">
            <a:avLst/>
          </a:prstGeom>
        </p:spPr>
      </p:pic>
    </p:spTree>
    <p:extLst>
      <p:ext uri="{BB962C8B-B14F-4D97-AF65-F5344CB8AC3E}">
        <p14:creationId xmlns:p14="http://schemas.microsoft.com/office/powerpoint/2010/main" val="1418726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D717D-5173-6DF0-5EF9-F5754A9257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AF6D57-E611-4473-B2EB-12A8017A198F}"/>
              </a:ext>
            </a:extLst>
          </p:cNvPr>
          <p:cNvSpPr>
            <a:spLocks noGrp="1"/>
          </p:cNvSpPr>
          <p:nvPr>
            <p:ph type="ctrTitle"/>
          </p:nvPr>
        </p:nvSpPr>
        <p:spPr>
          <a:xfrm>
            <a:off x="353960" y="1836726"/>
            <a:ext cx="11828206" cy="574258"/>
          </a:xfrm>
        </p:spPr>
        <p:txBody>
          <a:bodyPr>
            <a:noAutofit/>
          </a:bodyPr>
          <a:lstStyle/>
          <a:p>
            <a:r>
              <a:rPr lang="en-US" sz="4400" b="1" u="sng" dirty="0">
                <a:solidFill>
                  <a:srgbClr val="0070C0"/>
                </a:solidFill>
              </a:rPr>
              <a:t>Effect of membrane thickness</a:t>
            </a:r>
            <a:endParaRPr lang="en-IN" sz="4400" b="1" u="sng" dirty="0">
              <a:solidFill>
                <a:srgbClr val="0070C0"/>
              </a:solidFill>
            </a:endParaRPr>
          </a:p>
        </p:txBody>
      </p:sp>
      <p:sp>
        <p:nvSpPr>
          <p:cNvPr id="4" name="TextBox 3">
            <a:extLst>
              <a:ext uri="{FF2B5EF4-FFF2-40B4-BE49-F238E27FC236}">
                <a16:creationId xmlns:a16="http://schemas.microsoft.com/office/drawing/2014/main" id="{C64A5A5D-D5FA-41AA-A0DB-36310EB7036B}"/>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2D68117D-0884-8B2E-D9D6-F89B6AB26B19}"/>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D9A37040-CDD1-294E-8549-A6264030BA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80F800F1-13CF-C784-90B5-619FFFDD303B}"/>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162A2224-F628-56D7-FEFD-1A3E69DCE9AF}"/>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18</a:t>
            </a:r>
          </a:p>
        </p:txBody>
      </p:sp>
      <p:sp>
        <p:nvSpPr>
          <p:cNvPr id="7" name="TextBox 6">
            <a:extLst>
              <a:ext uri="{FF2B5EF4-FFF2-40B4-BE49-F238E27FC236}">
                <a16:creationId xmlns:a16="http://schemas.microsoft.com/office/drawing/2014/main" id="{9CFBE807-93CB-1D5F-3853-04996C4997DD}"/>
              </a:ext>
            </a:extLst>
          </p:cNvPr>
          <p:cNvSpPr txBox="1"/>
          <p:nvPr/>
        </p:nvSpPr>
        <p:spPr>
          <a:xfrm>
            <a:off x="1254258" y="1065397"/>
            <a:ext cx="6280484" cy="769441"/>
          </a:xfrm>
          <a:prstGeom prst="rect">
            <a:avLst/>
          </a:prstGeom>
          <a:noFill/>
        </p:spPr>
        <p:txBody>
          <a:bodyPr wrap="square">
            <a:spAutoFit/>
          </a:bodyPr>
          <a:lstStyle/>
          <a:p>
            <a:r>
              <a:rPr lang="en-US" sz="4400" dirty="0">
                <a:solidFill>
                  <a:srgbClr val="00B050"/>
                </a:solidFill>
              </a:rPr>
              <a:t>Result and Discussion</a:t>
            </a:r>
            <a:r>
              <a:rPr lang="en-US" sz="1800" dirty="0">
                <a:solidFill>
                  <a:srgbClr val="00B050"/>
                </a:solidFill>
              </a:rPr>
              <a:t>:</a:t>
            </a:r>
            <a:endParaRPr lang="en-IN" sz="1800" dirty="0">
              <a:solidFill>
                <a:srgbClr val="00B050"/>
              </a:solidFill>
            </a:endParaRPr>
          </a:p>
        </p:txBody>
      </p:sp>
      <p:sp>
        <p:nvSpPr>
          <p:cNvPr id="5" name="Rectangle 2">
            <a:extLst>
              <a:ext uri="{FF2B5EF4-FFF2-40B4-BE49-F238E27FC236}">
                <a16:creationId xmlns:a16="http://schemas.microsoft.com/office/drawing/2014/main" id="{2AA349B1-6B7A-9BF5-0D2D-2DD532512EA0}"/>
              </a:ext>
            </a:extLst>
          </p:cNvPr>
          <p:cNvSpPr>
            <a:spLocks noGrp="1" noChangeArrowheads="1"/>
          </p:cNvSpPr>
          <p:nvPr>
            <p:ph type="subTitle" idx="1"/>
          </p:nvPr>
        </p:nvSpPr>
        <p:spPr bwMode="auto">
          <a:xfrm>
            <a:off x="870154" y="2739704"/>
            <a:ext cx="569441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Cell voltage increases with membrane thickness because a thicker AEM adds more ionic transport resistance.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OH⁻ ions must travel a longer distance, increasing the ohmic overpotential.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90 </a:t>
            </a:r>
            <a:r>
              <a:rPr kumimoji="0" lang="en-US" altLang="en-US" sz="1800" b="1" i="0" u="none" strike="noStrike" cap="none" normalizeH="0" baseline="0" dirty="0" err="1">
                <a:ln>
                  <a:noFill/>
                </a:ln>
                <a:solidFill>
                  <a:schemeClr val="tx1"/>
                </a:solidFill>
                <a:effectLst/>
                <a:latin typeface="Arial" panose="020B0604020202020204" pitchFamily="34" charset="0"/>
              </a:rPr>
              <a:t>μm</a:t>
            </a:r>
            <a:r>
              <a:rPr kumimoji="0" lang="en-US" altLang="en-US" sz="1800" b="0" i="0" u="none" strike="noStrike" cap="none" normalizeH="0" baseline="0" dirty="0">
                <a:ln>
                  <a:noFill/>
                </a:ln>
                <a:solidFill>
                  <a:schemeClr val="tx1"/>
                </a:solidFill>
                <a:effectLst/>
                <a:latin typeface="Arial" panose="020B0604020202020204" pitchFamily="34" charset="0"/>
              </a:rPr>
              <a:t> membrane shows the highest voltages, while the </a:t>
            </a:r>
            <a:r>
              <a:rPr kumimoji="0" lang="en-US" altLang="en-US" sz="1800" b="1" i="0" u="none" strike="noStrike" cap="none" normalizeH="0" baseline="0" dirty="0">
                <a:ln>
                  <a:noFill/>
                </a:ln>
                <a:solidFill>
                  <a:schemeClr val="tx1"/>
                </a:solidFill>
                <a:effectLst/>
                <a:latin typeface="Arial" panose="020B0604020202020204" pitchFamily="34" charset="0"/>
              </a:rPr>
              <a:t>30 </a:t>
            </a:r>
            <a:r>
              <a:rPr kumimoji="0" lang="en-US" altLang="en-US" sz="1800" b="1" i="0" u="none" strike="noStrike" cap="none" normalizeH="0" baseline="0" dirty="0" err="1">
                <a:ln>
                  <a:noFill/>
                </a:ln>
                <a:solidFill>
                  <a:schemeClr val="tx1"/>
                </a:solidFill>
                <a:effectLst/>
                <a:latin typeface="Arial" panose="020B0604020202020204" pitchFamily="34" charset="0"/>
              </a:rPr>
              <a:t>μm</a:t>
            </a:r>
            <a:r>
              <a:rPr kumimoji="0" lang="en-US" altLang="en-US" sz="1800" b="0" i="0" u="none" strike="noStrike" cap="none" normalizeH="0" baseline="0" dirty="0">
                <a:ln>
                  <a:noFill/>
                </a:ln>
                <a:solidFill>
                  <a:schemeClr val="tx1"/>
                </a:solidFill>
                <a:effectLst/>
                <a:latin typeface="Arial" panose="020B0604020202020204" pitchFamily="34" charset="0"/>
              </a:rPr>
              <a:t> membrane performs best across all currents.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Differences between curves become larger at high current densities where ohmic losses dominate.</a:t>
            </a:r>
          </a:p>
        </p:txBody>
      </p:sp>
      <p:pic>
        <p:nvPicPr>
          <p:cNvPr id="11" name="Picture 10">
            <a:extLst>
              <a:ext uri="{FF2B5EF4-FFF2-40B4-BE49-F238E27FC236}">
                <a16:creationId xmlns:a16="http://schemas.microsoft.com/office/drawing/2014/main" id="{919BAA25-0D0B-1B4B-21ED-AD423AD589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5308" y="2569594"/>
            <a:ext cx="4506538" cy="3449968"/>
          </a:xfrm>
          <a:prstGeom prst="rect">
            <a:avLst/>
          </a:prstGeom>
        </p:spPr>
      </p:pic>
    </p:spTree>
    <p:extLst>
      <p:ext uri="{BB962C8B-B14F-4D97-AF65-F5344CB8AC3E}">
        <p14:creationId xmlns:p14="http://schemas.microsoft.com/office/powerpoint/2010/main" val="1604379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B9F45-4DCF-0A2A-63BA-A28D42FB5A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FF883B-B2B6-398A-6405-59370CBDECCF}"/>
              </a:ext>
            </a:extLst>
          </p:cNvPr>
          <p:cNvSpPr>
            <a:spLocks noGrp="1"/>
          </p:cNvSpPr>
          <p:nvPr>
            <p:ph type="ctrTitle"/>
          </p:nvPr>
        </p:nvSpPr>
        <p:spPr>
          <a:xfrm>
            <a:off x="353960" y="1836726"/>
            <a:ext cx="11828206" cy="574258"/>
          </a:xfrm>
        </p:spPr>
        <p:txBody>
          <a:bodyPr>
            <a:noAutofit/>
          </a:bodyPr>
          <a:lstStyle/>
          <a:p>
            <a:r>
              <a:rPr lang="en-US" sz="4400" b="1" u="sng" dirty="0">
                <a:solidFill>
                  <a:srgbClr val="0070C0"/>
                </a:solidFill>
              </a:rPr>
              <a:t>Effect of feed flow rate:</a:t>
            </a:r>
            <a:endParaRPr lang="en-IN" sz="4400" b="1" u="sng" dirty="0">
              <a:solidFill>
                <a:srgbClr val="0070C0"/>
              </a:solidFill>
            </a:endParaRPr>
          </a:p>
        </p:txBody>
      </p:sp>
      <p:sp>
        <p:nvSpPr>
          <p:cNvPr id="4" name="TextBox 3">
            <a:extLst>
              <a:ext uri="{FF2B5EF4-FFF2-40B4-BE49-F238E27FC236}">
                <a16:creationId xmlns:a16="http://schemas.microsoft.com/office/drawing/2014/main" id="{5A06477D-CECE-EBA5-57FA-B16450684BA1}"/>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6A76ED23-0082-36D9-9422-74FAEB2DD222}"/>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804ECC8E-949C-BE5C-F576-0E42026BCA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00AA97E4-B21C-AB02-7D4E-8D127C32E245}"/>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6530A88A-CC66-C87B-069B-0946FF67DE3C}"/>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r>
              <a:rPr lang="en-IN" dirty="0"/>
              <a:t>9</a:t>
            </a:r>
          </a:p>
        </p:txBody>
      </p:sp>
      <p:sp>
        <p:nvSpPr>
          <p:cNvPr id="7" name="TextBox 6">
            <a:extLst>
              <a:ext uri="{FF2B5EF4-FFF2-40B4-BE49-F238E27FC236}">
                <a16:creationId xmlns:a16="http://schemas.microsoft.com/office/drawing/2014/main" id="{15387279-4172-64B3-170B-F63E991AB2C3}"/>
              </a:ext>
            </a:extLst>
          </p:cNvPr>
          <p:cNvSpPr txBox="1"/>
          <p:nvPr/>
        </p:nvSpPr>
        <p:spPr>
          <a:xfrm>
            <a:off x="1254258" y="1065397"/>
            <a:ext cx="6280484" cy="769441"/>
          </a:xfrm>
          <a:prstGeom prst="rect">
            <a:avLst/>
          </a:prstGeom>
          <a:noFill/>
        </p:spPr>
        <p:txBody>
          <a:bodyPr wrap="square">
            <a:spAutoFit/>
          </a:bodyPr>
          <a:lstStyle/>
          <a:p>
            <a:r>
              <a:rPr lang="en-US" sz="4400" dirty="0">
                <a:solidFill>
                  <a:srgbClr val="00B050"/>
                </a:solidFill>
              </a:rPr>
              <a:t>Result and Discussion</a:t>
            </a:r>
            <a:r>
              <a:rPr lang="en-US" sz="1800" dirty="0">
                <a:solidFill>
                  <a:srgbClr val="00B050"/>
                </a:solidFill>
              </a:rPr>
              <a:t>:</a:t>
            </a:r>
            <a:endParaRPr lang="en-IN" sz="1800" dirty="0">
              <a:solidFill>
                <a:srgbClr val="00B050"/>
              </a:solidFill>
            </a:endParaRPr>
          </a:p>
        </p:txBody>
      </p:sp>
      <p:pic>
        <p:nvPicPr>
          <p:cNvPr id="11" name="Picture 10">
            <a:extLst>
              <a:ext uri="{FF2B5EF4-FFF2-40B4-BE49-F238E27FC236}">
                <a16:creationId xmlns:a16="http://schemas.microsoft.com/office/drawing/2014/main" id="{9C4B57FA-170D-4592-81F0-483477C027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5308" y="2569594"/>
            <a:ext cx="4506538" cy="3449968"/>
          </a:xfrm>
          <a:prstGeom prst="rect">
            <a:avLst/>
          </a:prstGeom>
        </p:spPr>
      </p:pic>
      <p:sp>
        <p:nvSpPr>
          <p:cNvPr id="8" name="Rectangle 2">
            <a:extLst>
              <a:ext uri="{FF2B5EF4-FFF2-40B4-BE49-F238E27FC236}">
                <a16:creationId xmlns:a16="http://schemas.microsoft.com/office/drawing/2014/main" id="{A548E06A-C749-5BFD-D737-79C567EC0E69}"/>
              </a:ext>
            </a:extLst>
          </p:cNvPr>
          <p:cNvSpPr>
            <a:spLocks noGrp="1" noChangeArrowheads="1"/>
          </p:cNvSpPr>
          <p:nvPr>
            <p:ph type="subTitle" idx="1"/>
          </p:nvPr>
        </p:nvSpPr>
        <p:spPr bwMode="auto">
          <a:xfrm>
            <a:off x="870154" y="2858570"/>
            <a:ext cx="569415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Polarization curves for </a:t>
            </a:r>
            <a:r>
              <a:rPr kumimoji="0" lang="en-US" altLang="en-US" sz="1800" b="1" i="0" u="none" strike="noStrike" cap="none" normalizeH="0" baseline="0" dirty="0">
                <a:ln>
                  <a:noFill/>
                </a:ln>
                <a:solidFill>
                  <a:schemeClr val="tx1"/>
                </a:solidFill>
                <a:effectLst/>
                <a:latin typeface="Arial" panose="020B0604020202020204" pitchFamily="34" charset="0"/>
              </a:rPr>
              <a:t>1.56</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3.12</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4.68 mL/min</a:t>
            </a:r>
            <a:r>
              <a:rPr kumimoji="0" lang="en-US" altLang="en-US" sz="1800" b="0" i="0" u="none" strike="noStrike" cap="none" normalizeH="0" baseline="0" dirty="0">
                <a:ln>
                  <a:noFill/>
                </a:ln>
                <a:solidFill>
                  <a:schemeClr val="tx1"/>
                </a:solidFill>
                <a:effectLst/>
                <a:latin typeface="Arial" panose="020B0604020202020204" pitchFamily="34" charset="0"/>
              </a:rPr>
              <a:t> nearly overlap, showing only a minor voltage drop at higher flow rates.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indicates that flow rate has </a:t>
            </a:r>
            <a:r>
              <a:rPr kumimoji="0" lang="en-US" altLang="en-US" sz="1800" b="1" i="0" u="none" strike="noStrike" cap="none" normalizeH="0" baseline="0" dirty="0">
                <a:ln>
                  <a:noFill/>
                </a:ln>
                <a:solidFill>
                  <a:schemeClr val="tx1"/>
                </a:solidFill>
                <a:effectLst/>
                <a:latin typeface="Arial" panose="020B0604020202020204" pitchFamily="34" charset="0"/>
              </a:rPr>
              <a:t>no significant impact</a:t>
            </a:r>
            <a:r>
              <a:rPr kumimoji="0" lang="en-US" altLang="en-US" sz="1800" b="0" i="0" u="none" strike="noStrike" cap="none" normalizeH="0" baseline="0" dirty="0">
                <a:ln>
                  <a:noFill/>
                </a:ln>
                <a:solidFill>
                  <a:schemeClr val="tx1"/>
                </a:solidFill>
                <a:effectLst/>
                <a:latin typeface="Arial" panose="020B0604020202020204" pitchFamily="34" charset="0"/>
              </a:rPr>
              <a:t> on cell voltage in this range.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 a zero-gap electrolyser, water supply is governed mainly by </a:t>
            </a:r>
            <a:r>
              <a:rPr kumimoji="0" lang="en-US" altLang="en-US" sz="1800" b="1" i="0" u="none" strike="noStrike" cap="none" normalizeH="0" baseline="0" dirty="0">
                <a:ln>
                  <a:noFill/>
                </a:ln>
                <a:solidFill>
                  <a:schemeClr val="tx1"/>
                </a:solidFill>
                <a:effectLst/>
                <a:latin typeface="Arial" panose="020B0604020202020204" pitchFamily="34" charset="0"/>
              </a:rPr>
              <a:t>membrane hydration and reaction consumption</a:t>
            </a:r>
            <a:r>
              <a:rPr kumimoji="0" lang="en-US" altLang="en-US" sz="1800" b="0" i="0" u="none" strike="noStrike" cap="none" normalizeH="0" baseline="0" dirty="0">
                <a:ln>
                  <a:noFill/>
                </a:ln>
                <a:solidFill>
                  <a:schemeClr val="tx1"/>
                </a:solidFill>
                <a:effectLst/>
                <a:latin typeface="Arial" panose="020B0604020202020204" pitchFamily="34" charset="0"/>
              </a:rPr>
              <a:t>, so increasing bulk flow does not noticeably change local reaction conditions.</a:t>
            </a:r>
          </a:p>
        </p:txBody>
      </p:sp>
      <p:pic>
        <p:nvPicPr>
          <p:cNvPr id="10" name="Picture 9">
            <a:extLst>
              <a:ext uri="{FF2B5EF4-FFF2-40B4-BE49-F238E27FC236}">
                <a16:creationId xmlns:a16="http://schemas.microsoft.com/office/drawing/2014/main" id="{2188E419-F038-4385-C3C0-257980D3B6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89241" y="2705851"/>
            <a:ext cx="4383600" cy="3355853"/>
          </a:xfrm>
          <a:prstGeom prst="rect">
            <a:avLst/>
          </a:prstGeom>
        </p:spPr>
      </p:pic>
    </p:spTree>
    <p:extLst>
      <p:ext uri="{BB962C8B-B14F-4D97-AF65-F5344CB8AC3E}">
        <p14:creationId xmlns:p14="http://schemas.microsoft.com/office/powerpoint/2010/main" val="8057568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9CECF-1D5F-DB16-ABF8-D6BB0CEBBD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1B9F03-D5FD-226C-D530-0CAB4BBDF122}"/>
              </a:ext>
            </a:extLst>
          </p:cNvPr>
          <p:cNvSpPr>
            <a:spLocks noGrp="1"/>
          </p:cNvSpPr>
          <p:nvPr>
            <p:ph type="ctrTitle"/>
          </p:nvPr>
        </p:nvSpPr>
        <p:spPr>
          <a:xfrm>
            <a:off x="147484" y="1854201"/>
            <a:ext cx="11828206" cy="574258"/>
          </a:xfrm>
        </p:spPr>
        <p:txBody>
          <a:bodyPr>
            <a:noAutofit/>
          </a:bodyPr>
          <a:lstStyle/>
          <a:p>
            <a:r>
              <a:rPr lang="en-US" sz="4400" b="1" u="sng" dirty="0">
                <a:solidFill>
                  <a:srgbClr val="0070C0"/>
                </a:solidFill>
              </a:rPr>
              <a:t>Conclusion:</a:t>
            </a:r>
            <a:endParaRPr lang="en-IN" sz="4400" b="1" u="sng" dirty="0">
              <a:solidFill>
                <a:srgbClr val="0070C0"/>
              </a:solidFill>
            </a:endParaRPr>
          </a:p>
        </p:txBody>
      </p:sp>
      <p:sp>
        <p:nvSpPr>
          <p:cNvPr id="4" name="TextBox 3">
            <a:extLst>
              <a:ext uri="{FF2B5EF4-FFF2-40B4-BE49-F238E27FC236}">
                <a16:creationId xmlns:a16="http://schemas.microsoft.com/office/drawing/2014/main" id="{657836B6-4338-AFA3-C9B9-95C1F9158246}"/>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2EC3F683-84E8-36E3-315D-70EC00B2BE08}"/>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FF5032A8-5CEF-EDD6-74B6-6164197F10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55807D8E-6BED-813A-2C1A-BEE1AD3541EB}"/>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1F8316A0-7CC2-64E2-C58F-6E4D1E771087}"/>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20</a:t>
            </a:r>
          </a:p>
        </p:txBody>
      </p:sp>
      <p:sp>
        <p:nvSpPr>
          <p:cNvPr id="8" name="Rectangle 2">
            <a:extLst>
              <a:ext uri="{FF2B5EF4-FFF2-40B4-BE49-F238E27FC236}">
                <a16:creationId xmlns:a16="http://schemas.microsoft.com/office/drawing/2014/main" id="{6E4D80C5-8591-F450-6BAA-1267FDAE72EC}"/>
              </a:ext>
            </a:extLst>
          </p:cNvPr>
          <p:cNvSpPr>
            <a:spLocks noGrp="1" noChangeArrowheads="1"/>
          </p:cNvSpPr>
          <p:nvPr>
            <p:ph type="subTitle" idx="1"/>
          </p:nvPr>
        </p:nvSpPr>
        <p:spPr bwMode="auto">
          <a:xfrm>
            <a:off x="560389" y="2729415"/>
            <a:ext cx="1141525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zero-gap AEM electrolyser model was developed in Aspen Plus using the adapted AWE electrochemical framework.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model closely matched the experimental polarization curve, confirming its validity.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Higher temperatures improved performance by reducing activation and ohmic losses.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Increasing electrolyte concentration lowered cell voltage by enhancing OH⁻ conductivity.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Thinner membranes reduced ohmic resistance and improved efficiency.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Exchange current densities affected activation losses, with the anode showing stronger sensitivity.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Feed flow rate had negligible impact on voltage or hydrogen production.</a:t>
            </a:r>
          </a:p>
        </p:txBody>
      </p:sp>
    </p:spTree>
    <p:extLst>
      <p:ext uri="{BB962C8B-B14F-4D97-AF65-F5344CB8AC3E}">
        <p14:creationId xmlns:p14="http://schemas.microsoft.com/office/powerpoint/2010/main" val="885546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B766F-E492-FC49-E639-3F06DAAB7B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DA58E7-7ACF-E499-79F3-60ED84683372}"/>
              </a:ext>
            </a:extLst>
          </p:cNvPr>
          <p:cNvSpPr>
            <a:spLocks noGrp="1"/>
          </p:cNvSpPr>
          <p:nvPr>
            <p:ph type="ctrTitle"/>
          </p:nvPr>
        </p:nvSpPr>
        <p:spPr>
          <a:xfrm>
            <a:off x="147484" y="1854201"/>
            <a:ext cx="11828206" cy="574258"/>
          </a:xfrm>
        </p:spPr>
        <p:txBody>
          <a:bodyPr>
            <a:noAutofit/>
          </a:bodyPr>
          <a:lstStyle/>
          <a:p>
            <a:r>
              <a:rPr lang="en-US" sz="4400" b="1" u="sng" dirty="0">
                <a:solidFill>
                  <a:srgbClr val="0070C0"/>
                </a:solidFill>
              </a:rPr>
              <a:t>Future Work:</a:t>
            </a:r>
            <a:endParaRPr lang="en-IN" sz="4400" b="1" u="sng" dirty="0">
              <a:solidFill>
                <a:srgbClr val="0070C0"/>
              </a:solidFill>
            </a:endParaRPr>
          </a:p>
        </p:txBody>
      </p:sp>
      <p:sp>
        <p:nvSpPr>
          <p:cNvPr id="4" name="TextBox 3">
            <a:extLst>
              <a:ext uri="{FF2B5EF4-FFF2-40B4-BE49-F238E27FC236}">
                <a16:creationId xmlns:a16="http://schemas.microsoft.com/office/drawing/2014/main" id="{3651F264-0176-977C-E536-BB36B6480D47}"/>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9587E6EA-0AF4-6760-EA02-3AB64786C17D}"/>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2591B6F6-4C63-FBAF-56C5-C1708C075D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674A7712-DDD9-1445-1188-E67282CA6FD3}"/>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1A845501-35A2-0A3B-D3DE-8B78B38BFE1B}"/>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r>
              <a:rPr lang="en-IN" dirty="0"/>
              <a:t>1</a:t>
            </a:r>
          </a:p>
        </p:txBody>
      </p:sp>
      <p:sp>
        <p:nvSpPr>
          <p:cNvPr id="7" name="Rectangle 3">
            <a:extLst>
              <a:ext uri="{FF2B5EF4-FFF2-40B4-BE49-F238E27FC236}">
                <a16:creationId xmlns:a16="http://schemas.microsoft.com/office/drawing/2014/main" id="{31D008AD-8980-C1A2-2CF1-763B01FD5C76}"/>
              </a:ext>
            </a:extLst>
          </p:cNvPr>
          <p:cNvSpPr>
            <a:spLocks noGrp="1" noChangeArrowheads="1"/>
          </p:cNvSpPr>
          <p:nvPr>
            <p:ph type="subTitle" idx="1"/>
          </p:nvPr>
        </p:nvSpPr>
        <p:spPr bwMode="auto">
          <a:xfrm>
            <a:off x="869951" y="2905867"/>
            <a:ext cx="1085682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Extend the single-cell model to a stack-level simulation to study scalability, voltage balancing, heat distribution, membrane hydration, and gas crossover in larger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Perform a detailed energy and process analysis in Aspen to identify required utilities (heaters, coolers, pumps, separators) and evaluate overall energy demand and heat-integration potential.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Assess KOH recyclability by modelling a closed-loop electrolyte recovery system to reduce chemical consumption and improve sustainability.</a:t>
            </a:r>
          </a:p>
        </p:txBody>
      </p:sp>
    </p:spTree>
    <p:extLst>
      <p:ext uri="{BB962C8B-B14F-4D97-AF65-F5344CB8AC3E}">
        <p14:creationId xmlns:p14="http://schemas.microsoft.com/office/powerpoint/2010/main" val="230295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50459-67D1-BF4D-26EC-77DD4F6B7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793D5D-53EE-0A6A-7DD3-0A366C016CB7}"/>
              </a:ext>
            </a:extLst>
          </p:cNvPr>
          <p:cNvSpPr>
            <a:spLocks noGrp="1"/>
          </p:cNvSpPr>
          <p:nvPr>
            <p:ph type="ctrTitle"/>
          </p:nvPr>
        </p:nvSpPr>
        <p:spPr>
          <a:xfrm>
            <a:off x="147484" y="1854201"/>
            <a:ext cx="11828206" cy="574258"/>
          </a:xfrm>
        </p:spPr>
        <p:txBody>
          <a:bodyPr>
            <a:noAutofit/>
          </a:bodyPr>
          <a:lstStyle/>
          <a:p>
            <a:r>
              <a:rPr lang="en-US" sz="4400" b="1" u="sng" dirty="0">
                <a:solidFill>
                  <a:srgbClr val="0070C0"/>
                </a:solidFill>
              </a:rPr>
              <a:t>References:</a:t>
            </a:r>
            <a:endParaRPr lang="en-IN" sz="4400" b="1" u="sng" dirty="0">
              <a:solidFill>
                <a:srgbClr val="0070C0"/>
              </a:solidFill>
            </a:endParaRPr>
          </a:p>
        </p:txBody>
      </p:sp>
      <p:sp>
        <p:nvSpPr>
          <p:cNvPr id="4" name="TextBox 3">
            <a:extLst>
              <a:ext uri="{FF2B5EF4-FFF2-40B4-BE49-F238E27FC236}">
                <a16:creationId xmlns:a16="http://schemas.microsoft.com/office/drawing/2014/main" id="{4BC3C9D3-E0A0-C3D8-F3CC-8C51F08691F3}"/>
              </a:ext>
            </a:extLst>
          </p:cNvPr>
          <p:cNvSpPr txBox="1"/>
          <p:nvPr/>
        </p:nvSpPr>
        <p:spPr>
          <a:xfrm>
            <a:off x="560437" y="440839"/>
            <a:ext cx="7668126" cy="523220"/>
          </a:xfrm>
          <a:prstGeom prst="rect">
            <a:avLst/>
          </a:prstGeom>
          <a:noFill/>
        </p:spPr>
        <p:txBody>
          <a:bodyPr wrap="square" rtlCol="0">
            <a:spAutoFit/>
          </a:bodyPr>
          <a:lstStyle/>
          <a:p>
            <a:r>
              <a:rPr lang="en-IN" sz="2800" b="1" dirty="0"/>
              <a:t>Department of Chemical Engineering </a:t>
            </a:r>
          </a:p>
        </p:txBody>
      </p:sp>
      <p:cxnSp>
        <p:nvCxnSpPr>
          <p:cNvPr id="6" name="Straight Connector 5">
            <a:extLst>
              <a:ext uri="{FF2B5EF4-FFF2-40B4-BE49-F238E27FC236}">
                <a16:creationId xmlns:a16="http://schemas.microsoft.com/office/drawing/2014/main" id="{9B4B51D3-8366-6B09-82A9-C667274DFBFF}"/>
              </a:ext>
            </a:extLst>
          </p:cNvPr>
          <p:cNvCxnSpPr>
            <a:cxnSpLocks/>
          </p:cNvCxnSpPr>
          <p:nvPr/>
        </p:nvCxnSpPr>
        <p:spPr>
          <a:xfrm>
            <a:off x="658760" y="1030985"/>
            <a:ext cx="962578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pic>
        <p:nvPicPr>
          <p:cNvPr id="12" name="Picture 11">
            <a:extLst>
              <a:ext uri="{FF2B5EF4-FFF2-40B4-BE49-F238E27FC236}">
                <a16:creationId xmlns:a16="http://schemas.microsoft.com/office/drawing/2014/main" id="{E7A806C4-19E1-4382-02AF-DCC45CEA67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4511" y="-158408"/>
            <a:ext cx="2057458" cy="1446434"/>
          </a:xfrm>
          <a:prstGeom prst="rect">
            <a:avLst/>
          </a:prstGeom>
        </p:spPr>
      </p:pic>
      <p:cxnSp>
        <p:nvCxnSpPr>
          <p:cNvPr id="17" name="Straight Connector 16">
            <a:extLst>
              <a:ext uri="{FF2B5EF4-FFF2-40B4-BE49-F238E27FC236}">
                <a16:creationId xmlns:a16="http://schemas.microsoft.com/office/drawing/2014/main" id="{EECBE063-34C6-6B49-F73F-6378F59FBD87}"/>
              </a:ext>
            </a:extLst>
          </p:cNvPr>
          <p:cNvCxnSpPr>
            <a:cxnSpLocks/>
          </p:cNvCxnSpPr>
          <p:nvPr/>
        </p:nvCxnSpPr>
        <p:spPr>
          <a:xfrm>
            <a:off x="560437" y="6178172"/>
            <a:ext cx="11415253" cy="0"/>
          </a:xfrm>
          <a:prstGeom prst="line">
            <a:avLst/>
          </a:prstGeom>
          <a:ln w="38100">
            <a:solidFill>
              <a:srgbClr val="00B050"/>
            </a:solidFill>
          </a:ln>
        </p:spPr>
        <p:style>
          <a:lnRef idx="3">
            <a:schemeClr val="accent1"/>
          </a:lnRef>
          <a:fillRef idx="0">
            <a:schemeClr val="accent1"/>
          </a:fillRef>
          <a:effectRef idx="2">
            <a:schemeClr val="accent1"/>
          </a:effectRef>
          <a:fontRef idx="minor">
            <a:schemeClr val="tx1"/>
          </a:fontRef>
        </p:style>
      </p:cxnSp>
      <p:sp>
        <p:nvSpPr>
          <p:cNvPr id="19" name="Flowchart: Connector 18">
            <a:extLst>
              <a:ext uri="{FF2B5EF4-FFF2-40B4-BE49-F238E27FC236}">
                <a16:creationId xmlns:a16="http://schemas.microsoft.com/office/drawing/2014/main" id="{407AFBF5-A36F-02D0-9C55-BA3B565584FE}"/>
              </a:ext>
            </a:extLst>
          </p:cNvPr>
          <p:cNvSpPr/>
          <p:nvPr/>
        </p:nvSpPr>
        <p:spPr>
          <a:xfrm>
            <a:off x="560437" y="6279511"/>
            <a:ext cx="619434" cy="578485"/>
          </a:xfrm>
          <a:prstGeom prst="flowChartConnector">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r>
              <a:rPr lang="en-IN" dirty="0"/>
              <a:t>2</a:t>
            </a:r>
          </a:p>
        </p:txBody>
      </p:sp>
      <p:sp>
        <p:nvSpPr>
          <p:cNvPr id="8" name="Rectangle 2">
            <a:extLst>
              <a:ext uri="{FF2B5EF4-FFF2-40B4-BE49-F238E27FC236}">
                <a16:creationId xmlns:a16="http://schemas.microsoft.com/office/drawing/2014/main" id="{AD007FD9-DA86-2361-3A8E-36857D89D962}"/>
              </a:ext>
            </a:extLst>
          </p:cNvPr>
          <p:cNvSpPr>
            <a:spLocks noGrp="1" noChangeArrowheads="1"/>
          </p:cNvSpPr>
          <p:nvPr>
            <p:ph type="subTitle" idx="1"/>
          </p:nvPr>
        </p:nvSpPr>
        <p:spPr bwMode="auto">
          <a:xfrm>
            <a:off x="815275" y="2529797"/>
            <a:ext cx="10492623" cy="2984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r>
              <a:rPr lang="en-IN" sz="1200" dirty="0"/>
              <a:t>1. Lawand, K., </a:t>
            </a:r>
            <a:r>
              <a:rPr lang="en-IN" sz="1200" dirty="0" err="1"/>
              <a:t>Nuggehalli</a:t>
            </a:r>
            <a:r>
              <a:rPr lang="en-IN" sz="1200" dirty="0"/>
              <a:t> Sampathkumar, S., Mury, Z., &amp; Van Herle, J. (2024). </a:t>
            </a:r>
            <a:r>
              <a:rPr lang="en-IN" sz="1200" i="1" dirty="0"/>
              <a:t>Membrane electrode assembly simulation of anion exchange membrane water electrolysis</a:t>
            </a:r>
            <a:r>
              <a:rPr lang="en-IN" sz="1200" dirty="0"/>
              <a:t>. Journal of Power Sources, 595, 234047. </a:t>
            </a:r>
          </a:p>
          <a:p>
            <a:pPr algn="l"/>
            <a:r>
              <a:rPr lang="en-IN" sz="1200" dirty="0"/>
              <a:t>2. </a:t>
            </a:r>
            <a:r>
              <a:rPr lang="en-IN" sz="1200" dirty="0" err="1"/>
              <a:t>Gunuru</a:t>
            </a:r>
            <a:r>
              <a:rPr lang="en-IN" sz="1200" dirty="0"/>
              <a:t>, M., &amp; </a:t>
            </a:r>
            <a:r>
              <a:rPr lang="en-IN" sz="1200" dirty="0" err="1"/>
              <a:t>Paravada</a:t>
            </a:r>
            <a:r>
              <a:rPr lang="en-IN" sz="1200" dirty="0"/>
              <a:t>, M. (2025). </a:t>
            </a:r>
            <a:r>
              <a:rPr lang="en-IN" sz="1200" i="1" dirty="0"/>
              <a:t>Mathematical modelling of an AEMWE: Investigating optimum operating conditions of an alkaline-fed AEM electrolyser. </a:t>
            </a:r>
            <a:r>
              <a:rPr lang="en-IN" sz="1200" dirty="0"/>
              <a:t>International Journal of Hydrogen Energy, 50, 332550 </a:t>
            </a:r>
          </a:p>
          <a:p>
            <a:pPr algn="l"/>
            <a:r>
              <a:rPr lang="en-IN" sz="1200" dirty="0"/>
              <a:t>3. An, L., Zhao, T. S. Chai, Z. H. Tan, P., &amp; Zeng L. (2014). </a:t>
            </a:r>
            <a:r>
              <a:rPr lang="en-IN" sz="1200" i="1" dirty="0"/>
              <a:t>Mathematical </a:t>
            </a:r>
            <a:r>
              <a:rPr lang="en-IN" sz="1200" i="1" dirty="0" err="1"/>
              <a:t>modeling</a:t>
            </a:r>
            <a:r>
              <a:rPr lang="en-IN" sz="1200" i="1" dirty="0"/>
              <a:t> of an anion-exchange membrane water electrolyzer for hydrogen production</a:t>
            </a:r>
            <a:r>
              <a:rPr lang="en-IN" sz="1200" dirty="0"/>
              <a:t>. International Journal of Hydrogen Energy, 39(35), 19869–19876. </a:t>
            </a:r>
          </a:p>
          <a:p>
            <a:pPr algn="l"/>
            <a:r>
              <a:rPr lang="en-IN" sz="1200" dirty="0"/>
              <a:t>4. H. A. Miller , Bouzek K., Hnat, J., Loos, S., </a:t>
            </a:r>
            <a:r>
              <a:rPr lang="en-IN" sz="1200" dirty="0" err="1"/>
              <a:t>Bernäcker</a:t>
            </a:r>
            <a:r>
              <a:rPr lang="en-IN" sz="1200" dirty="0"/>
              <a:t>, C. I., </a:t>
            </a:r>
            <a:r>
              <a:rPr lang="en-IN" sz="1200" dirty="0" err="1"/>
              <a:t>Weißgärber</a:t>
            </a:r>
            <a:r>
              <a:rPr lang="en-IN" sz="1200" dirty="0"/>
              <a:t>, T., </a:t>
            </a:r>
            <a:r>
              <a:rPr lang="en-IN" sz="1200" dirty="0" err="1"/>
              <a:t>Röntzsch</a:t>
            </a:r>
            <a:r>
              <a:rPr lang="en-IN" sz="1200" dirty="0"/>
              <a:t>, L., &amp; Meier-Haack, J. (2020). </a:t>
            </a:r>
            <a:r>
              <a:rPr lang="en-IN" sz="1200" i="1" dirty="0"/>
              <a:t>Green hydrogen from anion exchange membrane water electrolysis: A review of recent developments in critical materials and operating conditions</a:t>
            </a:r>
            <a:r>
              <a:rPr lang="en-IN" sz="1200" dirty="0"/>
              <a:t>. Sustainable Energy &amp; Fuels, 4, 2114–2133. </a:t>
            </a:r>
          </a:p>
          <a:p>
            <a:pPr algn="l"/>
            <a:r>
              <a:rPr lang="en-US" sz="1200" dirty="0"/>
              <a:t>5. Du, N., Roy, C., Peach, R., Turnbull, M., Thiele, S., &amp; Bock, C. (2022). </a:t>
            </a:r>
            <a:r>
              <a:rPr lang="en-US" sz="1200" i="1" dirty="0"/>
              <a:t>Anion-exchange membrane water </a:t>
            </a:r>
            <a:r>
              <a:rPr lang="en-US" sz="1200" i="1" dirty="0" err="1"/>
              <a:t>electrolyzers</a:t>
            </a:r>
            <a:r>
              <a:rPr lang="en-US" sz="1200" dirty="0"/>
              <a:t>. Chemical Reviews, 122(14), 11830–11895 </a:t>
            </a:r>
          </a:p>
          <a:p>
            <a:pPr algn="l"/>
            <a:r>
              <a:rPr lang="en-US" sz="1200" dirty="0"/>
              <a:t>.6. Ulleberg, Ø. (2003). </a:t>
            </a:r>
            <a:r>
              <a:rPr lang="en-US" sz="1200" i="1" dirty="0"/>
              <a:t>Modeling of advanced alkaline </a:t>
            </a:r>
            <a:r>
              <a:rPr lang="en-US" sz="1200" i="1" dirty="0" err="1"/>
              <a:t>electrolyzers</a:t>
            </a:r>
            <a:r>
              <a:rPr lang="en-US" sz="1200" i="1" dirty="0"/>
              <a:t>: A system simulation approach. </a:t>
            </a:r>
            <a:r>
              <a:rPr lang="en-US" sz="1200" dirty="0"/>
              <a:t>International Journal of Hydrogen Energy, 28(1–2), 21–33. </a:t>
            </a:r>
          </a:p>
          <a:p>
            <a:pPr algn="l"/>
            <a:r>
              <a:rPr lang="en-IN" sz="1200" dirty="0"/>
              <a:t>7. Aspen documentation on AWE electrolyzers. </a:t>
            </a:r>
          </a:p>
          <a:p>
            <a:pPr algn="l"/>
            <a:r>
              <a:rPr lang="en-US" sz="1200" dirty="0"/>
              <a:t>8. Du, N., Roy, C., Peach, R., Turnbull, M., Thiele, S., &amp; Bock, C. (2022). </a:t>
            </a:r>
            <a:r>
              <a:rPr lang="en-US" sz="1200" i="1" dirty="0"/>
              <a:t>Anion-exchange membrane water </a:t>
            </a:r>
            <a:r>
              <a:rPr lang="en-US" sz="1200" i="1" dirty="0" err="1"/>
              <a:t>electrolyzers</a:t>
            </a:r>
            <a:r>
              <a:rPr lang="en-US" sz="1200" i="1" dirty="0"/>
              <a:t>. </a:t>
            </a:r>
            <a:r>
              <a:rPr lang="en-US" sz="1200" dirty="0"/>
              <a:t>Chemical Reviews, 122(14), 11830–11895. </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578694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801</TotalTime>
  <Words>2103</Words>
  <Application>Microsoft Office PowerPoint</Application>
  <PresentationFormat>Widescreen</PresentationFormat>
  <Paragraphs>293</Paragraphs>
  <Slides>23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Cambria Math</vt:lpstr>
      <vt:lpstr>Office Theme</vt:lpstr>
      <vt:lpstr>  MODELLING AND PARAMETRIC PERFORMANCE ANALYSIS OF AN AEM ELECTROLYSER USING ASPEN PLUS </vt:lpstr>
      <vt:lpstr>ACKNOWLEDGEMENT</vt:lpstr>
      <vt:lpstr>INTRODUCTION</vt:lpstr>
      <vt:lpstr>INTRODUCTION</vt:lpstr>
      <vt:lpstr>OBJECTIVE:</vt:lpstr>
      <vt:lpstr>Model Description </vt:lpstr>
      <vt:lpstr>Model Description</vt:lpstr>
      <vt:lpstr>Activation Overpotential </vt:lpstr>
      <vt:lpstr>Ohmic Overpotential</vt:lpstr>
      <vt:lpstr>Concentration Overpotential</vt:lpstr>
      <vt:lpstr>Aspen Semi-Empirical Voltage Model</vt:lpstr>
      <vt:lpstr>Aspen Semi-Empirical Voltage Model</vt:lpstr>
      <vt:lpstr>Outlet flow and composition:-</vt:lpstr>
      <vt:lpstr>Polarization Curve:</vt:lpstr>
      <vt:lpstr>Overpotential Distribution:</vt:lpstr>
      <vt:lpstr>H2 production and voltage efficiency</vt:lpstr>
      <vt:lpstr>Effect of KOH concentration</vt:lpstr>
      <vt:lpstr>Effect of electrolyser temperature</vt:lpstr>
      <vt:lpstr>Effect of membrane thickness</vt:lpstr>
      <vt:lpstr>Effect of feed flow rate:</vt:lpstr>
      <vt:lpstr>Conclusion:</vt:lpstr>
      <vt:lpstr>Future Work: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 Saha</dc:creator>
  <cp:lastModifiedBy>Ankit Saha</cp:lastModifiedBy>
  <cp:revision>5</cp:revision>
  <dcterms:created xsi:type="dcterms:W3CDTF">2025-09-11T09:14:12Z</dcterms:created>
  <dcterms:modified xsi:type="dcterms:W3CDTF">2025-11-24T16:56:15Z</dcterms:modified>
</cp:coreProperties>
</file>